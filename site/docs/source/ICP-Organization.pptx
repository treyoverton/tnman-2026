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2" d="100"/>
          <a:sy n="82" d="100"/>
        </p:scale>
        <p:origin x="201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5F0948-B7E5-4FA9-A639-7522AFF92371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6A70D00-CA5A-440A-8538-85B1AE3218FF}">
      <dgm:prSet phldrT="[Text]" phldr="0"/>
      <dgm:spPr/>
      <dgm:t>
        <a:bodyPr/>
        <a:lstStyle/>
        <a:p>
          <a:r>
            <a:rPr lang="en-US" dirty="0"/>
            <a:t>Incident Commander / TF Commander</a:t>
          </a:r>
        </a:p>
      </dgm:t>
    </dgm:pt>
    <dgm:pt modelId="{6E4B7828-9D7C-4A50-9507-433B45DB9833}" type="parTrans" cxnId="{C7C5272E-E03D-432D-8CDD-2A0B8AA45DAC}">
      <dgm:prSet/>
      <dgm:spPr/>
      <dgm:t>
        <a:bodyPr/>
        <a:lstStyle/>
        <a:p>
          <a:endParaRPr lang="en-US"/>
        </a:p>
      </dgm:t>
    </dgm:pt>
    <dgm:pt modelId="{08430610-7AFD-46D0-8225-2584101E5A67}" type="sibTrans" cxnId="{C7C5272E-E03D-432D-8CDD-2A0B8AA45DAC}">
      <dgm:prSet/>
      <dgm:spPr/>
      <dgm:t>
        <a:bodyPr/>
        <a:lstStyle/>
        <a:p>
          <a:endParaRPr lang="en-US"/>
        </a:p>
      </dgm:t>
    </dgm:pt>
    <dgm:pt modelId="{31079BAB-21A7-46E7-A729-5D78A31EFAB2}" type="asst">
      <dgm:prSet phldrT="[Text]" phldr="0"/>
      <dgm:spPr/>
      <dgm:t>
        <a:bodyPr/>
        <a:lstStyle/>
        <a:p>
          <a:r>
            <a:rPr lang="en-US" dirty="0"/>
            <a:t>Public Information Office (PAO)</a:t>
          </a:r>
        </a:p>
      </dgm:t>
    </dgm:pt>
    <dgm:pt modelId="{491C1E55-81CD-48E7-90FC-F75DFAAB5E8B}" type="parTrans" cxnId="{46C1BB27-6A96-4094-A5E2-DE823D3577F5}">
      <dgm:prSet/>
      <dgm:spPr/>
      <dgm:t>
        <a:bodyPr/>
        <a:lstStyle/>
        <a:p>
          <a:endParaRPr lang="en-US"/>
        </a:p>
      </dgm:t>
    </dgm:pt>
    <dgm:pt modelId="{CDDE3A44-3E04-40FC-B455-F571ADE9BCFD}" type="sibTrans" cxnId="{46C1BB27-6A96-4094-A5E2-DE823D3577F5}">
      <dgm:prSet/>
      <dgm:spPr/>
      <dgm:t>
        <a:bodyPr/>
        <a:lstStyle/>
        <a:p>
          <a:endParaRPr lang="en-US"/>
        </a:p>
      </dgm:t>
    </dgm:pt>
    <dgm:pt modelId="{745251C4-9489-4816-AADA-7418DD98974A}">
      <dgm:prSet phldrT="[Text]" phldr="0"/>
      <dgm:spPr/>
      <dgm:t>
        <a:bodyPr/>
        <a:lstStyle/>
        <a:p>
          <a:r>
            <a:rPr lang="en-US" dirty="0"/>
            <a:t>Operations </a:t>
          </a:r>
          <a:r>
            <a:rPr lang="en-US" b="1" dirty="0"/>
            <a:t>(S3)</a:t>
          </a:r>
        </a:p>
      </dgm:t>
    </dgm:pt>
    <dgm:pt modelId="{91BD3FD3-F6C6-4EBB-AC05-8932C2B3B649}" type="parTrans" cxnId="{0C94549C-BF5E-46D3-AF5F-112B52B15D9D}">
      <dgm:prSet/>
      <dgm:spPr/>
      <dgm:t>
        <a:bodyPr/>
        <a:lstStyle/>
        <a:p>
          <a:endParaRPr lang="en-US"/>
        </a:p>
      </dgm:t>
    </dgm:pt>
    <dgm:pt modelId="{DA0DBFD0-B715-4173-BDDB-5A2B4D28C4FC}" type="sibTrans" cxnId="{0C94549C-BF5E-46D3-AF5F-112B52B15D9D}">
      <dgm:prSet/>
      <dgm:spPr/>
      <dgm:t>
        <a:bodyPr/>
        <a:lstStyle/>
        <a:p>
          <a:endParaRPr lang="en-US"/>
        </a:p>
      </dgm:t>
    </dgm:pt>
    <dgm:pt modelId="{78097E1B-2FD1-4AB3-B4A7-86692AC53B37}">
      <dgm:prSet phldrT="[Text]" phldr="0"/>
      <dgm:spPr/>
      <dgm:t>
        <a:bodyPr/>
        <a:lstStyle/>
        <a:p>
          <a:r>
            <a:rPr lang="en-US" dirty="0"/>
            <a:t>Planning</a:t>
          </a:r>
        </a:p>
      </dgm:t>
    </dgm:pt>
    <dgm:pt modelId="{3C6F203A-48CF-4535-8C6B-BAC701585993}" type="parTrans" cxnId="{77D36C85-22F1-47E0-B25C-4F84C47F73F9}">
      <dgm:prSet/>
      <dgm:spPr/>
      <dgm:t>
        <a:bodyPr/>
        <a:lstStyle/>
        <a:p>
          <a:endParaRPr lang="en-US"/>
        </a:p>
      </dgm:t>
    </dgm:pt>
    <dgm:pt modelId="{0755008D-18C4-4CC9-8737-7FC8B8D4EC33}" type="sibTrans" cxnId="{77D36C85-22F1-47E0-B25C-4F84C47F73F9}">
      <dgm:prSet/>
      <dgm:spPr/>
      <dgm:t>
        <a:bodyPr/>
        <a:lstStyle/>
        <a:p>
          <a:endParaRPr lang="en-US"/>
        </a:p>
      </dgm:t>
    </dgm:pt>
    <dgm:pt modelId="{0B638C51-F6EA-4CE7-B9AF-C4E02E93E70B}">
      <dgm:prSet phldrT="[Text]" phldr="0"/>
      <dgm:spPr/>
      <dgm:t>
        <a:bodyPr/>
        <a:lstStyle/>
        <a:p>
          <a:r>
            <a:rPr lang="en-US" dirty="0"/>
            <a:t>Support </a:t>
          </a:r>
          <a:r>
            <a:rPr lang="en-US" b="1" dirty="0"/>
            <a:t>(S4)</a:t>
          </a:r>
        </a:p>
      </dgm:t>
    </dgm:pt>
    <dgm:pt modelId="{00A60C62-89BC-437D-B8BD-248E188630E1}" type="parTrans" cxnId="{C22B5E5E-E1BD-4CD7-97E0-6D50A7E791B1}">
      <dgm:prSet/>
      <dgm:spPr/>
      <dgm:t>
        <a:bodyPr/>
        <a:lstStyle/>
        <a:p>
          <a:endParaRPr lang="en-US"/>
        </a:p>
      </dgm:t>
    </dgm:pt>
    <dgm:pt modelId="{3BE3331A-835E-478A-85CD-1376DBDA241F}" type="sibTrans" cxnId="{C22B5E5E-E1BD-4CD7-97E0-6D50A7E791B1}">
      <dgm:prSet/>
      <dgm:spPr/>
      <dgm:t>
        <a:bodyPr/>
        <a:lstStyle/>
        <a:p>
          <a:endParaRPr lang="en-US"/>
        </a:p>
      </dgm:t>
    </dgm:pt>
    <dgm:pt modelId="{373C9AB2-41AC-49DC-B8E2-F650B8338BD3}" type="asst">
      <dgm:prSet/>
      <dgm:spPr/>
      <dgm:t>
        <a:bodyPr/>
        <a:lstStyle/>
        <a:p>
          <a:r>
            <a:rPr lang="en-US" dirty="0"/>
            <a:t>Liaison Section (LNO)</a:t>
          </a:r>
        </a:p>
      </dgm:t>
    </dgm:pt>
    <dgm:pt modelId="{89A36E6D-59E1-4BFB-A5D0-70BFD76BED01}" type="parTrans" cxnId="{A031DE1F-09B5-499A-8507-EB12122A7258}">
      <dgm:prSet/>
      <dgm:spPr/>
      <dgm:t>
        <a:bodyPr/>
        <a:lstStyle/>
        <a:p>
          <a:endParaRPr lang="en-US"/>
        </a:p>
      </dgm:t>
    </dgm:pt>
    <dgm:pt modelId="{75C27DD7-F4D0-4B6A-8FC8-D23D007D0416}" type="sibTrans" cxnId="{A031DE1F-09B5-499A-8507-EB12122A7258}">
      <dgm:prSet/>
      <dgm:spPr/>
      <dgm:t>
        <a:bodyPr/>
        <a:lstStyle/>
        <a:p>
          <a:endParaRPr lang="en-US"/>
        </a:p>
      </dgm:t>
    </dgm:pt>
    <dgm:pt modelId="{8C746B34-008A-4AAE-93B1-ADFDB7FFE2C9}">
      <dgm:prSet/>
      <dgm:spPr/>
      <dgm:t>
        <a:bodyPr/>
        <a:lstStyle/>
        <a:p>
          <a:r>
            <a:rPr lang="en-US" dirty="0"/>
            <a:t>Staging Area Manager</a:t>
          </a:r>
        </a:p>
      </dgm:t>
    </dgm:pt>
    <dgm:pt modelId="{0040EB5D-E77F-40D6-8260-7F2DA82F3DB8}" type="parTrans" cxnId="{5593D2B2-188C-44BE-92B6-29C59B631834}">
      <dgm:prSet/>
      <dgm:spPr/>
      <dgm:t>
        <a:bodyPr/>
        <a:lstStyle/>
        <a:p>
          <a:endParaRPr lang="en-US"/>
        </a:p>
      </dgm:t>
    </dgm:pt>
    <dgm:pt modelId="{AB3A57EE-300F-454D-ADCD-C39ADF260CDF}" type="sibTrans" cxnId="{5593D2B2-188C-44BE-92B6-29C59B631834}">
      <dgm:prSet/>
      <dgm:spPr/>
      <dgm:t>
        <a:bodyPr/>
        <a:lstStyle/>
        <a:p>
          <a:endParaRPr lang="en-US"/>
        </a:p>
      </dgm:t>
    </dgm:pt>
    <dgm:pt modelId="{489CE19E-053C-4447-9B99-99BB9C6F03A2}">
      <dgm:prSet/>
      <dgm:spPr/>
      <dgm:t>
        <a:bodyPr/>
        <a:lstStyle/>
        <a:p>
          <a:r>
            <a:rPr lang="en-US" dirty="0"/>
            <a:t>Air Operations Branch </a:t>
          </a:r>
          <a:r>
            <a:rPr lang="en-US" b="1" dirty="0"/>
            <a:t>(4 / 3)</a:t>
          </a:r>
        </a:p>
      </dgm:t>
    </dgm:pt>
    <dgm:pt modelId="{E2306EB6-75E7-42E2-8C06-77253954BEB5}" type="parTrans" cxnId="{CA4A4ED6-0B0D-4E57-8262-6CD8EFEE0818}">
      <dgm:prSet/>
      <dgm:spPr/>
      <dgm:t>
        <a:bodyPr/>
        <a:lstStyle/>
        <a:p>
          <a:endParaRPr lang="en-US"/>
        </a:p>
      </dgm:t>
    </dgm:pt>
    <dgm:pt modelId="{78212931-7285-440D-9116-7F66A4E4FAB6}" type="sibTrans" cxnId="{CA4A4ED6-0B0D-4E57-8262-6CD8EFEE0818}">
      <dgm:prSet/>
      <dgm:spPr/>
      <dgm:t>
        <a:bodyPr/>
        <a:lstStyle/>
        <a:p>
          <a:endParaRPr lang="en-US"/>
        </a:p>
      </dgm:t>
    </dgm:pt>
    <dgm:pt modelId="{848F7D60-520D-402F-A620-DD7ADA69B133}">
      <dgm:prSet/>
      <dgm:spPr/>
      <dgm:t>
        <a:bodyPr/>
        <a:lstStyle/>
        <a:p>
          <a:r>
            <a:rPr lang="en-US" dirty="0"/>
            <a:t>SECFOR TF </a:t>
          </a:r>
          <a:r>
            <a:rPr lang="en-US" b="1" dirty="0"/>
            <a:t>(3 / 3)</a:t>
          </a:r>
        </a:p>
      </dgm:t>
    </dgm:pt>
    <dgm:pt modelId="{39E2992C-956B-4E87-8E3E-2113F59C0651}" type="parTrans" cxnId="{48D5B1EB-1A28-4353-AF73-50AE1FF2474F}">
      <dgm:prSet/>
      <dgm:spPr/>
      <dgm:t>
        <a:bodyPr/>
        <a:lstStyle/>
        <a:p>
          <a:endParaRPr lang="en-US"/>
        </a:p>
      </dgm:t>
    </dgm:pt>
    <dgm:pt modelId="{CC2EBA53-80AB-42AA-A003-36FFA0C4B38E}" type="sibTrans" cxnId="{48D5B1EB-1A28-4353-AF73-50AE1FF2474F}">
      <dgm:prSet/>
      <dgm:spPr/>
      <dgm:t>
        <a:bodyPr/>
        <a:lstStyle/>
        <a:p>
          <a:endParaRPr lang="en-US"/>
        </a:p>
      </dgm:t>
    </dgm:pt>
    <dgm:pt modelId="{00C2D50A-8D0B-420A-934D-89FCB3B69184}">
      <dgm:prSet/>
      <dgm:spPr/>
      <dgm:t>
        <a:bodyPr/>
        <a:lstStyle/>
        <a:p>
          <a:r>
            <a:rPr lang="en-US" dirty="0"/>
            <a:t>Communications Unit </a:t>
          </a:r>
          <a:r>
            <a:rPr lang="en-US" b="1" dirty="0"/>
            <a:t>(S6)</a:t>
          </a:r>
        </a:p>
      </dgm:t>
    </dgm:pt>
    <dgm:pt modelId="{40485AE8-4E85-49A8-81E5-7CF0E3D22099}" type="parTrans" cxnId="{3898D2CE-E453-45A5-8E46-0D9DF9BF60DD}">
      <dgm:prSet/>
      <dgm:spPr/>
      <dgm:t>
        <a:bodyPr/>
        <a:lstStyle/>
        <a:p>
          <a:endParaRPr lang="en-US"/>
        </a:p>
      </dgm:t>
    </dgm:pt>
    <dgm:pt modelId="{2C737CE4-0051-42AA-9A9F-8595AAE4BB23}" type="sibTrans" cxnId="{3898D2CE-E453-45A5-8E46-0D9DF9BF60DD}">
      <dgm:prSet/>
      <dgm:spPr/>
      <dgm:t>
        <a:bodyPr/>
        <a:lstStyle/>
        <a:p>
          <a:endParaRPr lang="en-US"/>
        </a:p>
      </dgm:t>
    </dgm:pt>
    <dgm:pt modelId="{6771CC5C-AC11-4338-9DCB-521C5CC56CDD}">
      <dgm:prSet/>
      <dgm:spPr/>
      <dgm:t>
        <a:bodyPr/>
        <a:lstStyle/>
        <a:p>
          <a:r>
            <a:rPr lang="en-US" dirty="0"/>
            <a:t>Medical Unit</a:t>
          </a:r>
        </a:p>
      </dgm:t>
    </dgm:pt>
    <dgm:pt modelId="{9FDAE8D4-E9D1-423E-8D38-ABFD5BE3DB3F}" type="parTrans" cxnId="{ABC03C7C-F76B-4119-ABFC-722A1AA362DF}">
      <dgm:prSet/>
      <dgm:spPr/>
      <dgm:t>
        <a:bodyPr/>
        <a:lstStyle/>
        <a:p>
          <a:endParaRPr lang="en-US"/>
        </a:p>
      </dgm:t>
    </dgm:pt>
    <dgm:pt modelId="{B6A0903C-FD3D-496B-B348-2D74083F9C7A}" type="sibTrans" cxnId="{ABC03C7C-F76B-4119-ABFC-722A1AA362DF}">
      <dgm:prSet/>
      <dgm:spPr/>
      <dgm:t>
        <a:bodyPr/>
        <a:lstStyle/>
        <a:p>
          <a:endParaRPr lang="en-US"/>
        </a:p>
      </dgm:t>
    </dgm:pt>
    <dgm:pt modelId="{66AC87A2-6523-4ED9-B280-7E7AFDA7EB9D}">
      <dgm:prSet/>
      <dgm:spPr/>
      <dgm:t>
        <a:bodyPr/>
        <a:lstStyle/>
        <a:p>
          <a:r>
            <a:rPr lang="en-US" dirty="0"/>
            <a:t>Situation Unit </a:t>
          </a:r>
          <a:r>
            <a:rPr lang="en-US" b="1" dirty="0"/>
            <a:t>(S2)</a:t>
          </a:r>
        </a:p>
      </dgm:t>
    </dgm:pt>
    <dgm:pt modelId="{9028F1C1-062A-4DC2-B24E-84FD59D003A3}" type="parTrans" cxnId="{457177F0-1FC7-4F35-9E3B-5C6B95BDBFFD}">
      <dgm:prSet/>
      <dgm:spPr/>
      <dgm:t>
        <a:bodyPr/>
        <a:lstStyle/>
        <a:p>
          <a:endParaRPr lang="en-US"/>
        </a:p>
      </dgm:t>
    </dgm:pt>
    <dgm:pt modelId="{E4FDA625-EB99-4150-BB72-02CF627C3E84}" type="sibTrans" cxnId="{457177F0-1FC7-4F35-9E3B-5C6B95BDBFFD}">
      <dgm:prSet/>
      <dgm:spPr/>
      <dgm:t>
        <a:bodyPr/>
        <a:lstStyle/>
        <a:p>
          <a:endParaRPr lang="en-US"/>
        </a:p>
      </dgm:t>
    </dgm:pt>
    <dgm:pt modelId="{CB89BD72-029C-4059-B0EA-3C8C2D4E70A1}">
      <dgm:prSet/>
      <dgm:spPr/>
      <dgm:t>
        <a:bodyPr/>
        <a:lstStyle/>
        <a:p>
          <a:r>
            <a:rPr lang="en-US" dirty="0"/>
            <a:t>Resource Unit </a:t>
          </a:r>
          <a:r>
            <a:rPr lang="en-US" b="1" dirty="0"/>
            <a:t>(S1) </a:t>
          </a:r>
        </a:p>
      </dgm:t>
    </dgm:pt>
    <dgm:pt modelId="{251EEB02-A726-4CE8-BB1C-43D7565568B3}" type="parTrans" cxnId="{473BFACF-EBDD-4185-BBE1-F4CA2EB15D72}">
      <dgm:prSet/>
      <dgm:spPr/>
      <dgm:t>
        <a:bodyPr/>
        <a:lstStyle/>
        <a:p>
          <a:endParaRPr lang="en-US"/>
        </a:p>
      </dgm:t>
    </dgm:pt>
    <dgm:pt modelId="{8CEC6220-7421-4A61-8D56-1C7D32D1F4D4}" type="sibTrans" cxnId="{473BFACF-EBDD-4185-BBE1-F4CA2EB15D72}">
      <dgm:prSet/>
      <dgm:spPr/>
      <dgm:t>
        <a:bodyPr/>
        <a:lstStyle/>
        <a:p>
          <a:endParaRPr lang="en-US"/>
        </a:p>
      </dgm:t>
    </dgm:pt>
    <dgm:pt modelId="{0C8F28D6-33C6-486E-AB06-551CD8F0C4FF}" type="pres">
      <dgm:prSet presAssocID="{CF5F0948-B7E5-4FA9-A639-7522AFF9237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6DE359D-21B9-47AF-BB34-19DB68A28223}" type="pres">
      <dgm:prSet presAssocID="{26A70D00-CA5A-440A-8538-85B1AE3218FF}" presName="hierRoot1" presStyleCnt="0">
        <dgm:presLayoutVars>
          <dgm:hierBranch val="init"/>
        </dgm:presLayoutVars>
      </dgm:prSet>
      <dgm:spPr/>
    </dgm:pt>
    <dgm:pt modelId="{961253F0-438D-4BCD-85A6-8A778F6466C0}" type="pres">
      <dgm:prSet presAssocID="{26A70D00-CA5A-440A-8538-85B1AE3218FF}" presName="rootComposite1" presStyleCnt="0"/>
      <dgm:spPr/>
    </dgm:pt>
    <dgm:pt modelId="{191CEFDA-304C-4347-B638-8898F3035824}" type="pres">
      <dgm:prSet presAssocID="{26A70D00-CA5A-440A-8538-85B1AE3218FF}" presName="rootText1" presStyleLbl="node0" presStyleIdx="0" presStyleCnt="1">
        <dgm:presLayoutVars>
          <dgm:chPref val="3"/>
        </dgm:presLayoutVars>
      </dgm:prSet>
      <dgm:spPr/>
    </dgm:pt>
    <dgm:pt modelId="{2227F77C-093F-4D80-8E56-9808D8934485}" type="pres">
      <dgm:prSet presAssocID="{26A70D00-CA5A-440A-8538-85B1AE3218FF}" presName="rootConnector1" presStyleLbl="node1" presStyleIdx="0" presStyleCnt="0"/>
      <dgm:spPr/>
    </dgm:pt>
    <dgm:pt modelId="{633B72CA-8F97-4BE7-A0B1-4EFA6A6ACCA9}" type="pres">
      <dgm:prSet presAssocID="{26A70D00-CA5A-440A-8538-85B1AE3218FF}" presName="hierChild2" presStyleCnt="0"/>
      <dgm:spPr/>
    </dgm:pt>
    <dgm:pt modelId="{68567A0E-48BA-4542-821C-B2350858E837}" type="pres">
      <dgm:prSet presAssocID="{91BD3FD3-F6C6-4EBB-AC05-8932C2B3B649}" presName="Name37" presStyleLbl="parChTrans1D2" presStyleIdx="0" presStyleCnt="5"/>
      <dgm:spPr/>
    </dgm:pt>
    <dgm:pt modelId="{B81B898B-160A-49B6-8443-5D94C907C552}" type="pres">
      <dgm:prSet presAssocID="{745251C4-9489-4816-AADA-7418DD98974A}" presName="hierRoot2" presStyleCnt="0">
        <dgm:presLayoutVars>
          <dgm:hierBranch val="init"/>
        </dgm:presLayoutVars>
      </dgm:prSet>
      <dgm:spPr/>
    </dgm:pt>
    <dgm:pt modelId="{91F203DA-4FF0-43AD-A828-73F745DBECB3}" type="pres">
      <dgm:prSet presAssocID="{745251C4-9489-4816-AADA-7418DD98974A}" presName="rootComposite" presStyleCnt="0"/>
      <dgm:spPr/>
    </dgm:pt>
    <dgm:pt modelId="{7D4FE79E-5D91-4FFE-A181-65B641596115}" type="pres">
      <dgm:prSet presAssocID="{745251C4-9489-4816-AADA-7418DD98974A}" presName="rootText" presStyleLbl="node2" presStyleIdx="0" presStyleCnt="3">
        <dgm:presLayoutVars>
          <dgm:chPref val="3"/>
        </dgm:presLayoutVars>
      </dgm:prSet>
      <dgm:spPr/>
    </dgm:pt>
    <dgm:pt modelId="{FE30649F-2AEE-4B46-9665-96858E437175}" type="pres">
      <dgm:prSet presAssocID="{745251C4-9489-4816-AADA-7418DD98974A}" presName="rootConnector" presStyleLbl="node2" presStyleIdx="0" presStyleCnt="3"/>
      <dgm:spPr/>
    </dgm:pt>
    <dgm:pt modelId="{56E739BE-C883-4D91-9670-17259B2DE4C4}" type="pres">
      <dgm:prSet presAssocID="{745251C4-9489-4816-AADA-7418DD98974A}" presName="hierChild4" presStyleCnt="0"/>
      <dgm:spPr/>
    </dgm:pt>
    <dgm:pt modelId="{B5A25327-B7AA-493E-84D0-FFBFCB0BC5EC}" type="pres">
      <dgm:prSet presAssocID="{0040EB5D-E77F-40D6-8260-7F2DA82F3DB8}" presName="Name37" presStyleLbl="parChTrans1D3" presStyleIdx="0" presStyleCnt="7"/>
      <dgm:spPr/>
    </dgm:pt>
    <dgm:pt modelId="{7C8E58CC-D945-4BA6-BE41-147E0BEBAE3F}" type="pres">
      <dgm:prSet presAssocID="{8C746B34-008A-4AAE-93B1-ADFDB7FFE2C9}" presName="hierRoot2" presStyleCnt="0">
        <dgm:presLayoutVars>
          <dgm:hierBranch val="init"/>
        </dgm:presLayoutVars>
      </dgm:prSet>
      <dgm:spPr/>
    </dgm:pt>
    <dgm:pt modelId="{C3FFADC1-0515-4287-9DAD-A08409C8BBED}" type="pres">
      <dgm:prSet presAssocID="{8C746B34-008A-4AAE-93B1-ADFDB7FFE2C9}" presName="rootComposite" presStyleCnt="0"/>
      <dgm:spPr/>
    </dgm:pt>
    <dgm:pt modelId="{0E3DE23C-BC76-4468-B21B-F121697F39C9}" type="pres">
      <dgm:prSet presAssocID="{8C746B34-008A-4AAE-93B1-ADFDB7FFE2C9}" presName="rootText" presStyleLbl="node3" presStyleIdx="0" presStyleCnt="7">
        <dgm:presLayoutVars>
          <dgm:chPref val="3"/>
        </dgm:presLayoutVars>
      </dgm:prSet>
      <dgm:spPr/>
    </dgm:pt>
    <dgm:pt modelId="{9BEAA24A-AC06-4CFF-845A-D4ECBD671364}" type="pres">
      <dgm:prSet presAssocID="{8C746B34-008A-4AAE-93B1-ADFDB7FFE2C9}" presName="rootConnector" presStyleLbl="node3" presStyleIdx="0" presStyleCnt="7"/>
      <dgm:spPr/>
    </dgm:pt>
    <dgm:pt modelId="{5EF04541-D6D3-4C89-A068-C5E824C7BF23}" type="pres">
      <dgm:prSet presAssocID="{8C746B34-008A-4AAE-93B1-ADFDB7FFE2C9}" presName="hierChild4" presStyleCnt="0"/>
      <dgm:spPr/>
    </dgm:pt>
    <dgm:pt modelId="{973550F4-58F9-4229-A4DC-E5611C51E17C}" type="pres">
      <dgm:prSet presAssocID="{8C746B34-008A-4AAE-93B1-ADFDB7FFE2C9}" presName="hierChild5" presStyleCnt="0"/>
      <dgm:spPr/>
    </dgm:pt>
    <dgm:pt modelId="{B7A12196-EF20-4378-9514-BE5CE9B794C0}" type="pres">
      <dgm:prSet presAssocID="{E2306EB6-75E7-42E2-8C06-77253954BEB5}" presName="Name37" presStyleLbl="parChTrans1D3" presStyleIdx="1" presStyleCnt="7"/>
      <dgm:spPr/>
    </dgm:pt>
    <dgm:pt modelId="{2DDA4CEB-925D-4663-BB68-7EAF8D453E22}" type="pres">
      <dgm:prSet presAssocID="{489CE19E-053C-4447-9B99-99BB9C6F03A2}" presName="hierRoot2" presStyleCnt="0">
        <dgm:presLayoutVars>
          <dgm:hierBranch val="init"/>
        </dgm:presLayoutVars>
      </dgm:prSet>
      <dgm:spPr/>
    </dgm:pt>
    <dgm:pt modelId="{87E0407E-52BD-4710-BA9E-A317899417D5}" type="pres">
      <dgm:prSet presAssocID="{489CE19E-053C-4447-9B99-99BB9C6F03A2}" presName="rootComposite" presStyleCnt="0"/>
      <dgm:spPr/>
    </dgm:pt>
    <dgm:pt modelId="{1858FABB-F485-4EB9-8BA1-F9F8E6FF1BB0}" type="pres">
      <dgm:prSet presAssocID="{489CE19E-053C-4447-9B99-99BB9C6F03A2}" presName="rootText" presStyleLbl="node3" presStyleIdx="1" presStyleCnt="7">
        <dgm:presLayoutVars>
          <dgm:chPref val="3"/>
        </dgm:presLayoutVars>
      </dgm:prSet>
      <dgm:spPr/>
    </dgm:pt>
    <dgm:pt modelId="{86939B51-E0FE-4602-B531-F891A340FD2E}" type="pres">
      <dgm:prSet presAssocID="{489CE19E-053C-4447-9B99-99BB9C6F03A2}" presName="rootConnector" presStyleLbl="node3" presStyleIdx="1" presStyleCnt="7"/>
      <dgm:spPr/>
    </dgm:pt>
    <dgm:pt modelId="{A7DCE558-890E-4C04-B41A-F2B37ACA2FC9}" type="pres">
      <dgm:prSet presAssocID="{489CE19E-053C-4447-9B99-99BB9C6F03A2}" presName="hierChild4" presStyleCnt="0"/>
      <dgm:spPr/>
    </dgm:pt>
    <dgm:pt modelId="{8AA12602-4309-4557-B30C-04BA9816B88C}" type="pres">
      <dgm:prSet presAssocID="{489CE19E-053C-4447-9B99-99BB9C6F03A2}" presName="hierChild5" presStyleCnt="0"/>
      <dgm:spPr/>
    </dgm:pt>
    <dgm:pt modelId="{B13379C5-0065-438E-9A8C-626286C40BC6}" type="pres">
      <dgm:prSet presAssocID="{39E2992C-956B-4E87-8E3E-2113F59C0651}" presName="Name37" presStyleLbl="parChTrans1D3" presStyleIdx="2" presStyleCnt="7"/>
      <dgm:spPr/>
    </dgm:pt>
    <dgm:pt modelId="{B290ABAC-5C02-4D4A-B959-5C5C01FE1CB7}" type="pres">
      <dgm:prSet presAssocID="{848F7D60-520D-402F-A620-DD7ADA69B133}" presName="hierRoot2" presStyleCnt="0">
        <dgm:presLayoutVars>
          <dgm:hierBranch val="init"/>
        </dgm:presLayoutVars>
      </dgm:prSet>
      <dgm:spPr/>
    </dgm:pt>
    <dgm:pt modelId="{087E18C7-5848-4B88-9C92-5071B44D6BCF}" type="pres">
      <dgm:prSet presAssocID="{848F7D60-520D-402F-A620-DD7ADA69B133}" presName="rootComposite" presStyleCnt="0"/>
      <dgm:spPr/>
    </dgm:pt>
    <dgm:pt modelId="{CCC3B49C-ECCF-4649-841A-63D1836464B8}" type="pres">
      <dgm:prSet presAssocID="{848F7D60-520D-402F-A620-DD7ADA69B133}" presName="rootText" presStyleLbl="node3" presStyleIdx="2" presStyleCnt="7">
        <dgm:presLayoutVars>
          <dgm:chPref val="3"/>
        </dgm:presLayoutVars>
      </dgm:prSet>
      <dgm:spPr/>
    </dgm:pt>
    <dgm:pt modelId="{EBBE313F-4B7E-4C0F-A33E-3B59FED703C7}" type="pres">
      <dgm:prSet presAssocID="{848F7D60-520D-402F-A620-DD7ADA69B133}" presName="rootConnector" presStyleLbl="node3" presStyleIdx="2" presStyleCnt="7"/>
      <dgm:spPr/>
    </dgm:pt>
    <dgm:pt modelId="{FB7DC238-F647-4669-A09D-2B3B2A364B15}" type="pres">
      <dgm:prSet presAssocID="{848F7D60-520D-402F-A620-DD7ADA69B133}" presName="hierChild4" presStyleCnt="0"/>
      <dgm:spPr/>
    </dgm:pt>
    <dgm:pt modelId="{626AE6D1-0234-448E-98C3-D8B673BF9D49}" type="pres">
      <dgm:prSet presAssocID="{848F7D60-520D-402F-A620-DD7ADA69B133}" presName="hierChild5" presStyleCnt="0"/>
      <dgm:spPr/>
    </dgm:pt>
    <dgm:pt modelId="{4208AF5B-B0A3-4582-A612-3F1FBE30D08A}" type="pres">
      <dgm:prSet presAssocID="{745251C4-9489-4816-AADA-7418DD98974A}" presName="hierChild5" presStyleCnt="0"/>
      <dgm:spPr/>
    </dgm:pt>
    <dgm:pt modelId="{02FA44CC-12C3-42EF-80CE-AE115759697D}" type="pres">
      <dgm:prSet presAssocID="{3C6F203A-48CF-4535-8C6B-BAC701585993}" presName="Name37" presStyleLbl="parChTrans1D2" presStyleIdx="1" presStyleCnt="5"/>
      <dgm:spPr/>
    </dgm:pt>
    <dgm:pt modelId="{F5F64FAF-BF32-4E2A-B5CD-69500E54D574}" type="pres">
      <dgm:prSet presAssocID="{78097E1B-2FD1-4AB3-B4A7-86692AC53B37}" presName="hierRoot2" presStyleCnt="0">
        <dgm:presLayoutVars>
          <dgm:hierBranch val="init"/>
        </dgm:presLayoutVars>
      </dgm:prSet>
      <dgm:spPr/>
    </dgm:pt>
    <dgm:pt modelId="{D8F45FC3-9DBA-450A-A86F-2D283A08A76E}" type="pres">
      <dgm:prSet presAssocID="{78097E1B-2FD1-4AB3-B4A7-86692AC53B37}" presName="rootComposite" presStyleCnt="0"/>
      <dgm:spPr/>
    </dgm:pt>
    <dgm:pt modelId="{EF5B9B71-BFC9-4DC0-925C-34C2863C18A6}" type="pres">
      <dgm:prSet presAssocID="{78097E1B-2FD1-4AB3-B4A7-86692AC53B37}" presName="rootText" presStyleLbl="node2" presStyleIdx="1" presStyleCnt="3">
        <dgm:presLayoutVars>
          <dgm:chPref val="3"/>
        </dgm:presLayoutVars>
      </dgm:prSet>
      <dgm:spPr/>
    </dgm:pt>
    <dgm:pt modelId="{270DBBFA-B6D1-480E-B2DC-11C58E7656FD}" type="pres">
      <dgm:prSet presAssocID="{78097E1B-2FD1-4AB3-B4A7-86692AC53B37}" presName="rootConnector" presStyleLbl="node2" presStyleIdx="1" presStyleCnt="3"/>
      <dgm:spPr/>
    </dgm:pt>
    <dgm:pt modelId="{BBFA43F3-A7E3-40BA-8D26-9BC048428153}" type="pres">
      <dgm:prSet presAssocID="{78097E1B-2FD1-4AB3-B4A7-86692AC53B37}" presName="hierChild4" presStyleCnt="0"/>
      <dgm:spPr/>
    </dgm:pt>
    <dgm:pt modelId="{356D8D07-685B-4B06-9782-97F9D417D7B9}" type="pres">
      <dgm:prSet presAssocID="{251EEB02-A726-4CE8-BB1C-43D7565568B3}" presName="Name37" presStyleLbl="parChTrans1D3" presStyleIdx="3" presStyleCnt="7"/>
      <dgm:spPr/>
    </dgm:pt>
    <dgm:pt modelId="{36DC3303-D68E-4281-AEF5-6C7CD43D860C}" type="pres">
      <dgm:prSet presAssocID="{CB89BD72-029C-4059-B0EA-3C8C2D4E70A1}" presName="hierRoot2" presStyleCnt="0">
        <dgm:presLayoutVars>
          <dgm:hierBranch val="init"/>
        </dgm:presLayoutVars>
      </dgm:prSet>
      <dgm:spPr/>
    </dgm:pt>
    <dgm:pt modelId="{C8E99C03-C967-4537-A747-355FC7D318EA}" type="pres">
      <dgm:prSet presAssocID="{CB89BD72-029C-4059-B0EA-3C8C2D4E70A1}" presName="rootComposite" presStyleCnt="0"/>
      <dgm:spPr/>
    </dgm:pt>
    <dgm:pt modelId="{40861475-9E85-4F70-B565-B5DA429189B8}" type="pres">
      <dgm:prSet presAssocID="{CB89BD72-029C-4059-B0EA-3C8C2D4E70A1}" presName="rootText" presStyleLbl="node3" presStyleIdx="3" presStyleCnt="7">
        <dgm:presLayoutVars>
          <dgm:chPref val="3"/>
        </dgm:presLayoutVars>
      </dgm:prSet>
      <dgm:spPr/>
    </dgm:pt>
    <dgm:pt modelId="{EA198BDA-B8C8-4A56-A018-63F180FDEEA8}" type="pres">
      <dgm:prSet presAssocID="{CB89BD72-029C-4059-B0EA-3C8C2D4E70A1}" presName="rootConnector" presStyleLbl="node3" presStyleIdx="3" presStyleCnt="7"/>
      <dgm:spPr/>
    </dgm:pt>
    <dgm:pt modelId="{844E01F6-BFEC-43D3-B880-D849EB03994F}" type="pres">
      <dgm:prSet presAssocID="{CB89BD72-029C-4059-B0EA-3C8C2D4E70A1}" presName="hierChild4" presStyleCnt="0"/>
      <dgm:spPr/>
    </dgm:pt>
    <dgm:pt modelId="{5CCFB21C-7BF0-4EC1-B375-022191ABB2C6}" type="pres">
      <dgm:prSet presAssocID="{CB89BD72-029C-4059-B0EA-3C8C2D4E70A1}" presName="hierChild5" presStyleCnt="0"/>
      <dgm:spPr/>
    </dgm:pt>
    <dgm:pt modelId="{81290214-894D-4361-8DCB-B922DBBD1F9B}" type="pres">
      <dgm:prSet presAssocID="{9028F1C1-062A-4DC2-B24E-84FD59D003A3}" presName="Name37" presStyleLbl="parChTrans1D3" presStyleIdx="4" presStyleCnt="7"/>
      <dgm:spPr/>
    </dgm:pt>
    <dgm:pt modelId="{180AEA2C-C4BD-47CE-A94C-25D4F2D7FB26}" type="pres">
      <dgm:prSet presAssocID="{66AC87A2-6523-4ED9-B280-7E7AFDA7EB9D}" presName="hierRoot2" presStyleCnt="0">
        <dgm:presLayoutVars>
          <dgm:hierBranch val="init"/>
        </dgm:presLayoutVars>
      </dgm:prSet>
      <dgm:spPr/>
    </dgm:pt>
    <dgm:pt modelId="{D79B2F34-671B-47CA-A047-270B988EAE5C}" type="pres">
      <dgm:prSet presAssocID="{66AC87A2-6523-4ED9-B280-7E7AFDA7EB9D}" presName="rootComposite" presStyleCnt="0"/>
      <dgm:spPr/>
    </dgm:pt>
    <dgm:pt modelId="{779E4F58-3B37-43F2-9792-0E21F4F1B776}" type="pres">
      <dgm:prSet presAssocID="{66AC87A2-6523-4ED9-B280-7E7AFDA7EB9D}" presName="rootText" presStyleLbl="node3" presStyleIdx="4" presStyleCnt="7">
        <dgm:presLayoutVars>
          <dgm:chPref val="3"/>
        </dgm:presLayoutVars>
      </dgm:prSet>
      <dgm:spPr/>
    </dgm:pt>
    <dgm:pt modelId="{A8E5C5BE-7782-43BD-89C9-423C3CA5A253}" type="pres">
      <dgm:prSet presAssocID="{66AC87A2-6523-4ED9-B280-7E7AFDA7EB9D}" presName="rootConnector" presStyleLbl="node3" presStyleIdx="4" presStyleCnt="7"/>
      <dgm:spPr/>
    </dgm:pt>
    <dgm:pt modelId="{718DD781-8A6C-48CD-B1F6-64379DFA9CBA}" type="pres">
      <dgm:prSet presAssocID="{66AC87A2-6523-4ED9-B280-7E7AFDA7EB9D}" presName="hierChild4" presStyleCnt="0"/>
      <dgm:spPr/>
    </dgm:pt>
    <dgm:pt modelId="{5AEAB3AF-B6C6-4C8F-8AF1-9BF1A99580A5}" type="pres">
      <dgm:prSet presAssocID="{66AC87A2-6523-4ED9-B280-7E7AFDA7EB9D}" presName="hierChild5" presStyleCnt="0"/>
      <dgm:spPr/>
    </dgm:pt>
    <dgm:pt modelId="{3BA56885-23D2-403D-B7D4-FDC4DB9DC104}" type="pres">
      <dgm:prSet presAssocID="{78097E1B-2FD1-4AB3-B4A7-86692AC53B37}" presName="hierChild5" presStyleCnt="0"/>
      <dgm:spPr/>
    </dgm:pt>
    <dgm:pt modelId="{23CA1C88-036F-4EF1-BEE7-0C1FC2283995}" type="pres">
      <dgm:prSet presAssocID="{00A60C62-89BC-437D-B8BD-248E188630E1}" presName="Name37" presStyleLbl="parChTrans1D2" presStyleIdx="2" presStyleCnt="5"/>
      <dgm:spPr/>
    </dgm:pt>
    <dgm:pt modelId="{532B5322-AFB8-455D-9C31-6355CBAE1E2F}" type="pres">
      <dgm:prSet presAssocID="{0B638C51-F6EA-4CE7-B9AF-C4E02E93E70B}" presName="hierRoot2" presStyleCnt="0">
        <dgm:presLayoutVars>
          <dgm:hierBranch val="init"/>
        </dgm:presLayoutVars>
      </dgm:prSet>
      <dgm:spPr/>
    </dgm:pt>
    <dgm:pt modelId="{B610AFE7-DCBC-4ADC-A602-DE45B79EA466}" type="pres">
      <dgm:prSet presAssocID="{0B638C51-F6EA-4CE7-B9AF-C4E02E93E70B}" presName="rootComposite" presStyleCnt="0"/>
      <dgm:spPr/>
    </dgm:pt>
    <dgm:pt modelId="{1E7976F7-1B5A-4286-95DE-27326DDB4E5A}" type="pres">
      <dgm:prSet presAssocID="{0B638C51-F6EA-4CE7-B9AF-C4E02E93E70B}" presName="rootText" presStyleLbl="node2" presStyleIdx="2" presStyleCnt="3">
        <dgm:presLayoutVars>
          <dgm:chPref val="3"/>
        </dgm:presLayoutVars>
      </dgm:prSet>
      <dgm:spPr/>
    </dgm:pt>
    <dgm:pt modelId="{A03B8EE6-FD24-4410-A45A-51BBA549A356}" type="pres">
      <dgm:prSet presAssocID="{0B638C51-F6EA-4CE7-B9AF-C4E02E93E70B}" presName="rootConnector" presStyleLbl="node2" presStyleIdx="2" presStyleCnt="3"/>
      <dgm:spPr/>
    </dgm:pt>
    <dgm:pt modelId="{20AE810D-83A1-4D25-B321-C3F60BEC581A}" type="pres">
      <dgm:prSet presAssocID="{0B638C51-F6EA-4CE7-B9AF-C4E02E93E70B}" presName="hierChild4" presStyleCnt="0"/>
      <dgm:spPr/>
    </dgm:pt>
    <dgm:pt modelId="{F1B522D2-3879-4F8C-B603-6300D99CA9AD}" type="pres">
      <dgm:prSet presAssocID="{40485AE8-4E85-49A8-81E5-7CF0E3D22099}" presName="Name37" presStyleLbl="parChTrans1D3" presStyleIdx="5" presStyleCnt="7"/>
      <dgm:spPr/>
    </dgm:pt>
    <dgm:pt modelId="{BE1AE9E7-23AA-4B29-A1AA-7ABC2AEB4EF3}" type="pres">
      <dgm:prSet presAssocID="{00C2D50A-8D0B-420A-934D-89FCB3B69184}" presName="hierRoot2" presStyleCnt="0">
        <dgm:presLayoutVars>
          <dgm:hierBranch val="init"/>
        </dgm:presLayoutVars>
      </dgm:prSet>
      <dgm:spPr/>
    </dgm:pt>
    <dgm:pt modelId="{803555D0-19A5-4ED1-B26E-0F365479782F}" type="pres">
      <dgm:prSet presAssocID="{00C2D50A-8D0B-420A-934D-89FCB3B69184}" presName="rootComposite" presStyleCnt="0"/>
      <dgm:spPr/>
    </dgm:pt>
    <dgm:pt modelId="{E65F3F1F-F875-4748-B67F-2E1FFB57A48D}" type="pres">
      <dgm:prSet presAssocID="{00C2D50A-8D0B-420A-934D-89FCB3B69184}" presName="rootText" presStyleLbl="node3" presStyleIdx="5" presStyleCnt="7">
        <dgm:presLayoutVars>
          <dgm:chPref val="3"/>
        </dgm:presLayoutVars>
      </dgm:prSet>
      <dgm:spPr/>
    </dgm:pt>
    <dgm:pt modelId="{F6FE5D91-3C21-4E90-8427-BA60E0CDB0F6}" type="pres">
      <dgm:prSet presAssocID="{00C2D50A-8D0B-420A-934D-89FCB3B69184}" presName="rootConnector" presStyleLbl="node3" presStyleIdx="5" presStyleCnt="7"/>
      <dgm:spPr/>
    </dgm:pt>
    <dgm:pt modelId="{5B2E5C99-1ED1-46EC-B618-3E9E1E5677C8}" type="pres">
      <dgm:prSet presAssocID="{00C2D50A-8D0B-420A-934D-89FCB3B69184}" presName="hierChild4" presStyleCnt="0"/>
      <dgm:spPr/>
    </dgm:pt>
    <dgm:pt modelId="{E5A80153-EE4E-49C2-81DF-323C013CDE71}" type="pres">
      <dgm:prSet presAssocID="{00C2D50A-8D0B-420A-934D-89FCB3B69184}" presName="hierChild5" presStyleCnt="0"/>
      <dgm:spPr/>
    </dgm:pt>
    <dgm:pt modelId="{54D28EF4-05CD-4DCB-A905-9D8737CEFA2A}" type="pres">
      <dgm:prSet presAssocID="{9FDAE8D4-E9D1-423E-8D38-ABFD5BE3DB3F}" presName="Name37" presStyleLbl="parChTrans1D3" presStyleIdx="6" presStyleCnt="7"/>
      <dgm:spPr/>
    </dgm:pt>
    <dgm:pt modelId="{C1E821C6-66E3-470A-9BDF-109123E7E1B8}" type="pres">
      <dgm:prSet presAssocID="{6771CC5C-AC11-4338-9DCB-521C5CC56CDD}" presName="hierRoot2" presStyleCnt="0">
        <dgm:presLayoutVars>
          <dgm:hierBranch val="init"/>
        </dgm:presLayoutVars>
      </dgm:prSet>
      <dgm:spPr/>
    </dgm:pt>
    <dgm:pt modelId="{27182FC9-46EC-4E4D-AA4C-086A3E475224}" type="pres">
      <dgm:prSet presAssocID="{6771CC5C-AC11-4338-9DCB-521C5CC56CDD}" presName="rootComposite" presStyleCnt="0"/>
      <dgm:spPr/>
    </dgm:pt>
    <dgm:pt modelId="{B3E96EB0-DA61-4C7F-9184-DBCB3FA9BFE3}" type="pres">
      <dgm:prSet presAssocID="{6771CC5C-AC11-4338-9DCB-521C5CC56CDD}" presName="rootText" presStyleLbl="node3" presStyleIdx="6" presStyleCnt="7">
        <dgm:presLayoutVars>
          <dgm:chPref val="3"/>
        </dgm:presLayoutVars>
      </dgm:prSet>
      <dgm:spPr/>
    </dgm:pt>
    <dgm:pt modelId="{F6A07858-3987-4246-BEE6-14DBC52EC42E}" type="pres">
      <dgm:prSet presAssocID="{6771CC5C-AC11-4338-9DCB-521C5CC56CDD}" presName="rootConnector" presStyleLbl="node3" presStyleIdx="6" presStyleCnt="7"/>
      <dgm:spPr/>
    </dgm:pt>
    <dgm:pt modelId="{C050EC17-FC31-447B-904F-3E82F041C1A2}" type="pres">
      <dgm:prSet presAssocID="{6771CC5C-AC11-4338-9DCB-521C5CC56CDD}" presName="hierChild4" presStyleCnt="0"/>
      <dgm:spPr/>
    </dgm:pt>
    <dgm:pt modelId="{2CB58DB9-EADF-4054-9988-744A692C638E}" type="pres">
      <dgm:prSet presAssocID="{6771CC5C-AC11-4338-9DCB-521C5CC56CDD}" presName="hierChild5" presStyleCnt="0"/>
      <dgm:spPr/>
    </dgm:pt>
    <dgm:pt modelId="{836ABBBC-C992-4D8F-BE8C-80E4003FDC55}" type="pres">
      <dgm:prSet presAssocID="{0B638C51-F6EA-4CE7-B9AF-C4E02E93E70B}" presName="hierChild5" presStyleCnt="0"/>
      <dgm:spPr/>
    </dgm:pt>
    <dgm:pt modelId="{9148F2DC-DB41-4DF9-A725-31F52448AE2F}" type="pres">
      <dgm:prSet presAssocID="{26A70D00-CA5A-440A-8538-85B1AE3218FF}" presName="hierChild3" presStyleCnt="0"/>
      <dgm:spPr/>
    </dgm:pt>
    <dgm:pt modelId="{1B57D2B9-69E8-4B06-BFF6-452841B6BC5C}" type="pres">
      <dgm:prSet presAssocID="{491C1E55-81CD-48E7-90FC-F75DFAAB5E8B}" presName="Name111" presStyleLbl="parChTrans1D2" presStyleIdx="3" presStyleCnt="5"/>
      <dgm:spPr/>
    </dgm:pt>
    <dgm:pt modelId="{634E2B87-A085-4154-BF6E-3CC0DB315A9C}" type="pres">
      <dgm:prSet presAssocID="{31079BAB-21A7-46E7-A729-5D78A31EFAB2}" presName="hierRoot3" presStyleCnt="0">
        <dgm:presLayoutVars>
          <dgm:hierBranch val="init"/>
        </dgm:presLayoutVars>
      </dgm:prSet>
      <dgm:spPr/>
    </dgm:pt>
    <dgm:pt modelId="{F08627DC-59F7-4D75-AD2C-47AE7CB53E1B}" type="pres">
      <dgm:prSet presAssocID="{31079BAB-21A7-46E7-A729-5D78A31EFAB2}" presName="rootComposite3" presStyleCnt="0"/>
      <dgm:spPr/>
    </dgm:pt>
    <dgm:pt modelId="{843C997F-481D-4EEB-AAAA-72AD5E413CEE}" type="pres">
      <dgm:prSet presAssocID="{31079BAB-21A7-46E7-A729-5D78A31EFAB2}" presName="rootText3" presStyleLbl="asst1" presStyleIdx="0" presStyleCnt="2">
        <dgm:presLayoutVars>
          <dgm:chPref val="3"/>
        </dgm:presLayoutVars>
      </dgm:prSet>
      <dgm:spPr/>
    </dgm:pt>
    <dgm:pt modelId="{1A75E0F2-6508-4C47-8DEE-0D9ADF90538D}" type="pres">
      <dgm:prSet presAssocID="{31079BAB-21A7-46E7-A729-5D78A31EFAB2}" presName="rootConnector3" presStyleLbl="asst1" presStyleIdx="0" presStyleCnt="2"/>
      <dgm:spPr/>
    </dgm:pt>
    <dgm:pt modelId="{B5C31004-CCC2-4366-9369-FB7E1DA56AF5}" type="pres">
      <dgm:prSet presAssocID="{31079BAB-21A7-46E7-A729-5D78A31EFAB2}" presName="hierChild6" presStyleCnt="0"/>
      <dgm:spPr/>
    </dgm:pt>
    <dgm:pt modelId="{674A33F6-9288-45DE-B32B-EB5806C988D6}" type="pres">
      <dgm:prSet presAssocID="{31079BAB-21A7-46E7-A729-5D78A31EFAB2}" presName="hierChild7" presStyleCnt="0"/>
      <dgm:spPr/>
    </dgm:pt>
    <dgm:pt modelId="{508E0DB5-89E8-4820-8120-1AE71B2E84DD}" type="pres">
      <dgm:prSet presAssocID="{89A36E6D-59E1-4BFB-A5D0-70BFD76BED01}" presName="Name111" presStyleLbl="parChTrans1D2" presStyleIdx="4" presStyleCnt="5"/>
      <dgm:spPr/>
    </dgm:pt>
    <dgm:pt modelId="{A491973F-E0E4-4682-82B4-987FD000087C}" type="pres">
      <dgm:prSet presAssocID="{373C9AB2-41AC-49DC-B8E2-F650B8338BD3}" presName="hierRoot3" presStyleCnt="0">
        <dgm:presLayoutVars>
          <dgm:hierBranch val="init"/>
        </dgm:presLayoutVars>
      </dgm:prSet>
      <dgm:spPr/>
    </dgm:pt>
    <dgm:pt modelId="{452D2D38-E8E8-40AC-B83A-AE359CF4494A}" type="pres">
      <dgm:prSet presAssocID="{373C9AB2-41AC-49DC-B8E2-F650B8338BD3}" presName="rootComposite3" presStyleCnt="0"/>
      <dgm:spPr/>
    </dgm:pt>
    <dgm:pt modelId="{FE388A69-5992-4AE3-8A79-9468CA42AD7B}" type="pres">
      <dgm:prSet presAssocID="{373C9AB2-41AC-49DC-B8E2-F650B8338BD3}" presName="rootText3" presStyleLbl="asst1" presStyleIdx="1" presStyleCnt="2">
        <dgm:presLayoutVars>
          <dgm:chPref val="3"/>
        </dgm:presLayoutVars>
      </dgm:prSet>
      <dgm:spPr/>
    </dgm:pt>
    <dgm:pt modelId="{EED6A57E-D667-4949-9CFE-DF2CB9BFB5E6}" type="pres">
      <dgm:prSet presAssocID="{373C9AB2-41AC-49DC-B8E2-F650B8338BD3}" presName="rootConnector3" presStyleLbl="asst1" presStyleIdx="1" presStyleCnt="2"/>
      <dgm:spPr/>
    </dgm:pt>
    <dgm:pt modelId="{7001029A-0A90-438E-B714-DCB7B790595B}" type="pres">
      <dgm:prSet presAssocID="{373C9AB2-41AC-49DC-B8E2-F650B8338BD3}" presName="hierChild6" presStyleCnt="0"/>
      <dgm:spPr/>
    </dgm:pt>
    <dgm:pt modelId="{562D2C82-F0F6-498C-B9AB-E74B33910524}" type="pres">
      <dgm:prSet presAssocID="{373C9AB2-41AC-49DC-B8E2-F650B8338BD3}" presName="hierChild7" presStyleCnt="0"/>
      <dgm:spPr/>
    </dgm:pt>
  </dgm:ptLst>
  <dgm:cxnLst>
    <dgm:cxn modelId="{E10D2300-F9D2-46AA-A9F0-022E06EA9B34}" type="presOf" srcId="{39E2992C-956B-4E87-8E3E-2113F59C0651}" destId="{B13379C5-0065-438E-9A8C-626286C40BC6}" srcOrd="0" destOrd="0" presId="urn:microsoft.com/office/officeart/2005/8/layout/orgChart1"/>
    <dgm:cxn modelId="{97EC3502-683D-4DBF-A5EA-4B96BD75612F}" type="presOf" srcId="{CB89BD72-029C-4059-B0EA-3C8C2D4E70A1}" destId="{40861475-9E85-4F70-B565-B5DA429189B8}" srcOrd="0" destOrd="0" presId="urn:microsoft.com/office/officeart/2005/8/layout/orgChart1"/>
    <dgm:cxn modelId="{48A81704-51AF-4734-BC0F-D85AF445B56F}" type="presOf" srcId="{00C2D50A-8D0B-420A-934D-89FCB3B69184}" destId="{E65F3F1F-F875-4748-B67F-2E1FFB57A48D}" srcOrd="0" destOrd="0" presId="urn:microsoft.com/office/officeart/2005/8/layout/orgChart1"/>
    <dgm:cxn modelId="{F5193D0A-7F28-48E9-9E50-CEDC0B66CC17}" type="presOf" srcId="{848F7D60-520D-402F-A620-DD7ADA69B133}" destId="{CCC3B49C-ECCF-4649-841A-63D1836464B8}" srcOrd="0" destOrd="0" presId="urn:microsoft.com/office/officeart/2005/8/layout/orgChart1"/>
    <dgm:cxn modelId="{A031DE1F-09B5-499A-8507-EB12122A7258}" srcId="{26A70D00-CA5A-440A-8538-85B1AE3218FF}" destId="{373C9AB2-41AC-49DC-B8E2-F650B8338BD3}" srcOrd="4" destOrd="0" parTransId="{89A36E6D-59E1-4BFB-A5D0-70BFD76BED01}" sibTransId="{75C27DD7-F4D0-4B6A-8FC8-D23D007D0416}"/>
    <dgm:cxn modelId="{46C1BB27-6A96-4094-A5E2-DE823D3577F5}" srcId="{26A70D00-CA5A-440A-8538-85B1AE3218FF}" destId="{31079BAB-21A7-46E7-A729-5D78A31EFAB2}" srcOrd="0" destOrd="0" parTransId="{491C1E55-81CD-48E7-90FC-F75DFAAB5E8B}" sibTransId="{CDDE3A44-3E04-40FC-B455-F571ADE9BCFD}"/>
    <dgm:cxn modelId="{48E4552B-79EF-4A01-BDB5-DC9CEDDA3013}" type="presOf" srcId="{9028F1C1-062A-4DC2-B24E-84FD59D003A3}" destId="{81290214-894D-4361-8DCB-B922DBBD1F9B}" srcOrd="0" destOrd="0" presId="urn:microsoft.com/office/officeart/2005/8/layout/orgChart1"/>
    <dgm:cxn modelId="{C7C5272E-E03D-432D-8CDD-2A0B8AA45DAC}" srcId="{CF5F0948-B7E5-4FA9-A639-7522AFF92371}" destId="{26A70D00-CA5A-440A-8538-85B1AE3218FF}" srcOrd="0" destOrd="0" parTransId="{6E4B7828-9D7C-4A50-9507-433B45DB9833}" sibTransId="{08430610-7AFD-46D0-8225-2584101E5A67}"/>
    <dgm:cxn modelId="{5EC21F35-69C8-4154-925B-C376ABC4F13F}" type="presOf" srcId="{373C9AB2-41AC-49DC-B8E2-F650B8338BD3}" destId="{EED6A57E-D667-4949-9CFE-DF2CB9BFB5E6}" srcOrd="1" destOrd="0" presId="urn:microsoft.com/office/officeart/2005/8/layout/orgChart1"/>
    <dgm:cxn modelId="{02EC6B3A-8C92-4C74-9F1B-DDBA8FB5A499}" type="presOf" srcId="{31079BAB-21A7-46E7-A729-5D78A31EFAB2}" destId="{843C997F-481D-4EEB-AAAA-72AD5E413CEE}" srcOrd="0" destOrd="0" presId="urn:microsoft.com/office/officeart/2005/8/layout/orgChart1"/>
    <dgm:cxn modelId="{B10CFE3F-E642-4219-959F-AF9AB60EBCB5}" type="presOf" srcId="{CF5F0948-B7E5-4FA9-A639-7522AFF92371}" destId="{0C8F28D6-33C6-486E-AB06-551CD8F0C4FF}" srcOrd="0" destOrd="0" presId="urn:microsoft.com/office/officeart/2005/8/layout/orgChart1"/>
    <dgm:cxn modelId="{C22B5E5E-E1BD-4CD7-97E0-6D50A7E791B1}" srcId="{26A70D00-CA5A-440A-8538-85B1AE3218FF}" destId="{0B638C51-F6EA-4CE7-B9AF-C4E02E93E70B}" srcOrd="3" destOrd="0" parTransId="{00A60C62-89BC-437D-B8BD-248E188630E1}" sibTransId="{3BE3331A-835E-478A-85CD-1376DBDA241F}"/>
    <dgm:cxn modelId="{F3439A5E-5830-45F4-80E7-47368D07DEFE}" type="presOf" srcId="{745251C4-9489-4816-AADA-7418DD98974A}" destId="{7D4FE79E-5D91-4FFE-A181-65B641596115}" srcOrd="0" destOrd="0" presId="urn:microsoft.com/office/officeart/2005/8/layout/orgChart1"/>
    <dgm:cxn modelId="{F527AC68-8520-47C7-8920-9B31816F13DE}" type="presOf" srcId="{0040EB5D-E77F-40D6-8260-7F2DA82F3DB8}" destId="{B5A25327-B7AA-493E-84D0-FFBFCB0BC5EC}" srcOrd="0" destOrd="0" presId="urn:microsoft.com/office/officeart/2005/8/layout/orgChart1"/>
    <dgm:cxn modelId="{6EDBF04C-8B46-4F38-B031-0C37ABA7237A}" type="presOf" srcId="{373C9AB2-41AC-49DC-B8E2-F650B8338BD3}" destId="{FE388A69-5992-4AE3-8A79-9468CA42AD7B}" srcOrd="0" destOrd="0" presId="urn:microsoft.com/office/officeart/2005/8/layout/orgChart1"/>
    <dgm:cxn modelId="{34E3626E-62FD-4584-9B00-0A8A934DFBA6}" type="presOf" srcId="{26A70D00-CA5A-440A-8538-85B1AE3218FF}" destId="{2227F77C-093F-4D80-8E56-9808D8934485}" srcOrd="1" destOrd="0" presId="urn:microsoft.com/office/officeart/2005/8/layout/orgChart1"/>
    <dgm:cxn modelId="{336EC173-F397-4587-8487-30226EFCDF80}" type="presOf" srcId="{E2306EB6-75E7-42E2-8C06-77253954BEB5}" destId="{B7A12196-EF20-4378-9514-BE5CE9B794C0}" srcOrd="0" destOrd="0" presId="urn:microsoft.com/office/officeart/2005/8/layout/orgChart1"/>
    <dgm:cxn modelId="{EE911655-C6CC-497A-A2D7-6B7524A2CF41}" type="presOf" srcId="{40485AE8-4E85-49A8-81E5-7CF0E3D22099}" destId="{F1B522D2-3879-4F8C-B603-6300D99CA9AD}" srcOrd="0" destOrd="0" presId="urn:microsoft.com/office/officeart/2005/8/layout/orgChart1"/>
    <dgm:cxn modelId="{A6F3BD56-1BE7-4645-992F-1822BFCBD1A4}" type="presOf" srcId="{CB89BD72-029C-4059-B0EA-3C8C2D4E70A1}" destId="{EA198BDA-B8C8-4A56-A018-63F180FDEEA8}" srcOrd="1" destOrd="0" presId="urn:microsoft.com/office/officeart/2005/8/layout/orgChart1"/>
    <dgm:cxn modelId="{A7A4597B-9500-401E-9A40-6E313E39960F}" type="presOf" srcId="{0B638C51-F6EA-4CE7-B9AF-C4E02E93E70B}" destId="{1E7976F7-1B5A-4286-95DE-27326DDB4E5A}" srcOrd="0" destOrd="0" presId="urn:microsoft.com/office/officeart/2005/8/layout/orgChart1"/>
    <dgm:cxn modelId="{ABC03C7C-F76B-4119-ABFC-722A1AA362DF}" srcId="{0B638C51-F6EA-4CE7-B9AF-C4E02E93E70B}" destId="{6771CC5C-AC11-4338-9DCB-521C5CC56CDD}" srcOrd="1" destOrd="0" parTransId="{9FDAE8D4-E9D1-423E-8D38-ABFD5BE3DB3F}" sibTransId="{B6A0903C-FD3D-496B-B348-2D74083F9C7A}"/>
    <dgm:cxn modelId="{DB0B337D-9727-46D8-86BA-478F975B24DE}" type="presOf" srcId="{8C746B34-008A-4AAE-93B1-ADFDB7FFE2C9}" destId="{9BEAA24A-AC06-4CFF-845A-D4ECBD671364}" srcOrd="1" destOrd="0" presId="urn:microsoft.com/office/officeart/2005/8/layout/orgChart1"/>
    <dgm:cxn modelId="{0F91937D-D178-450D-BA2D-275ABB8B37A8}" type="presOf" srcId="{66AC87A2-6523-4ED9-B280-7E7AFDA7EB9D}" destId="{A8E5C5BE-7782-43BD-89C9-423C3CA5A253}" srcOrd="1" destOrd="0" presId="urn:microsoft.com/office/officeart/2005/8/layout/orgChart1"/>
    <dgm:cxn modelId="{1BE9FB82-4AD6-45BD-B89E-A7BEC2C5834B}" type="presOf" srcId="{251EEB02-A726-4CE8-BB1C-43D7565568B3}" destId="{356D8D07-685B-4B06-9782-97F9D417D7B9}" srcOrd="0" destOrd="0" presId="urn:microsoft.com/office/officeart/2005/8/layout/orgChart1"/>
    <dgm:cxn modelId="{9964ED83-4B29-40CB-B2FE-944F635E5219}" type="presOf" srcId="{78097E1B-2FD1-4AB3-B4A7-86692AC53B37}" destId="{270DBBFA-B6D1-480E-B2DC-11C58E7656FD}" srcOrd="1" destOrd="0" presId="urn:microsoft.com/office/officeart/2005/8/layout/orgChart1"/>
    <dgm:cxn modelId="{77D36C85-22F1-47E0-B25C-4F84C47F73F9}" srcId="{26A70D00-CA5A-440A-8538-85B1AE3218FF}" destId="{78097E1B-2FD1-4AB3-B4A7-86692AC53B37}" srcOrd="2" destOrd="0" parTransId="{3C6F203A-48CF-4535-8C6B-BAC701585993}" sibTransId="{0755008D-18C4-4CC9-8737-7FC8B8D4EC33}"/>
    <dgm:cxn modelId="{D07D3B8A-D0F8-4E11-8A24-A270CC9850C7}" type="presOf" srcId="{78097E1B-2FD1-4AB3-B4A7-86692AC53B37}" destId="{EF5B9B71-BFC9-4DC0-925C-34C2863C18A6}" srcOrd="0" destOrd="0" presId="urn:microsoft.com/office/officeart/2005/8/layout/orgChart1"/>
    <dgm:cxn modelId="{C3718F91-B203-4153-8FD2-502DCE31691E}" type="presOf" srcId="{745251C4-9489-4816-AADA-7418DD98974A}" destId="{FE30649F-2AEE-4B46-9665-96858E437175}" srcOrd="1" destOrd="0" presId="urn:microsoft.com/office/officeart/2005/8/layout/orgChart1"/>
    <dgm:cxn modelId="{0C94549C-BF5E-46D3-AF5F-112B52B15D9D}" srcId="{26A70D00-CA5A-440A-8538-85B1AE3218FF}" destId="{745251C4-9489-4816-AADA-7418DD98974A}" srcOrd="1" destOrd="0" parTransId="{91BD3FD3-F6C6-4EBB-AC05-8932C2B3B649}" sibTransId="{DA0DBFD0-B715-4173-BDDB-5A2B4D28C4FC}"/>
    <dgm:cxn modelId="{864573A3-5AF4-4A09-9E4C-8CEBA319872F}" type="presOf" srcId="{848F7D60-520D-402F-A620-DD7ADA69B133}" destId="{EBBE313F-4B7E-4C0F-A33E-3B59FED703C7}" srcOrd="1" destOrd="0" presId="urn:microsoft.com/office/officeart/2005/8/layout/orgChart1"/>
    <dgm:cxn modelId="{F72244AC-A6BE-4528-BA4B-8D7875E95684}" type="presOf" srcId="{6771CC5C-AC11-4338-9DCB-521C5CC56CDD}" destId="{B3E96EB0-DA61-4C7F-9184-DBCB3FA9BFE3}" srcOrd="0" destOrd="0" presId="urn:microsoft.com/office/officeart/2005/8/layout/orgChart1"/>
    <dgm:cxn modelId="{DD824CAD-B017-4A00-A204-746014F2F0AF}" type="presOf" srcId="{00A60C62-89BC-437D-B8BD-248E188630E1}" destId="{23CA1C88-036F-4EF1-BEE7-0C1FC2283995}" srcOrd="0" destOrd="0" presId="urn:microsoft.com/office/officeart/2005/8/layout/orgChart1"/>
    <dgm:cxn modelId="{09BD13AF-6D86-4450-AAEF-2A1944133781}" type="presOf" srcId="{66AC87A2-6523-4ED9-B280-7E7AFDA7EB9D}" destId="{779E4F58-3B37-43F2-9792-0E21F4F1B776}" srcOrd="0" destOrd="0" presId="urn:microsoft.com/office/officeart/2005/8/layout/orgChart1"/>
    <dgm:cxn modelId="{5593D2B2-188C-44BE-92B6-29C59B631834}" srcId="{745251C4-9489-4816-AADA-7418DD98974A}" destId="{8C746B34-008A-4AAE-93B1-ADFDB7FFE2C9}" srcOrd="0" destOrd="0" parTransId="{0040EB5D-E77F-40D6-8260-7F2DA82F3DB8}" sibTransId="{AB3A57EE-300F-454D-ADCD-C39ADF260CDF}"/>
    <dgm:cxn modelId="{F68447B8-8B95-410D-9F8B-BE1530F9A9E8}" type="presOf" srcId="{89A36E6D-59E1-4BFB-A5D0-70BFD76BED01}" destId="{508E0DB5-89E8-4820-8120-1AE71B2E84DD}" srcOrd="0" destOrd="0" presId="urn:microsoft.com/office/officeart/2005/8/layout/orgChart1"/>
    <dgm:cxn modelId="{A6BBECC6-1FD3-4BDD-A4DB-B1AE92BCA5C2}" type="presOf" srcId="{3C6F203A-48CF-4535-8C6B-BAC701585993}" destId="{02FA44CC-12C3-42EF-80CE-AE115759697D}" srcOrd="0" destOrd="0" presId="urn:microsoft.com/office/officeart/2005/8/layout/orgChart1"/>
    <dgm:cxn modelId="{2B5933CD-6763-4953-85D5-8EF6DA80D7FC}" type="presOf" srcId="{9FDAE8D4-E9D1-423E-8D38-ABFD5BE3DB3F}" destId="{54D28EF4-05CD-4DCB-A905-9D8737CEFA2A}" srcOrd="0" destOrd="0" presId="urn:microsoft.com/office/officeart/2005/8/layout/orgChart1"/>
    <dgm:cxn modelId="{3898D2CE-E453-45A5-8E46-0D9DF9BF60DD}" srcId="{0B638C51-F6EA-4CE7-B9AF-C4E02E93E70B}" destId="{00C2D50A-8D0B-420A-934D-89FCB3B69184}" srcOrd="0" destOrd="0" parTransId="{40485AE8-4E85-49A8-81E5-7CF0E3D22099}" sibTransId="{2C737CE4-0051-42AA-9A9F-8595AAE4BB23}"/>
    <dgm:cxn modelId="{473BFACF-EBDD-4185-BBE1-F4CA2EB15D72}" srcId="{78097E1B-2FD1-4AB3-B4A7-86692AC53B37}" destId="{CB89BD72-029C-4059-B0EA-3C8C2D4E70A1}" srcOrd="0" destOrd="0" parTransId="{251EEB02-A726-4CE8-BB1C-43D7565568B3}" sibTransId="{8CEC6220-7421-4A61-8D56-1C7D32D1F4D4}"/>
    <dgm:cxn modelId="{CA4A4ED6-0B0D-4E57-8262-6CD8EFEE0818}" srcId="{745251C4-9489-4816-AADA-7418DD98974A}" destId="{489CE19E-053C-4447-9B99-99BB9C6F03A2}" srcOrd="1" destOrd="0" parTransId="{E2306EB6-75E7-42E2-8C06-77253954BEB5}" sibTransId="{78212931-7285-440D-9116-7F66A4E4FAB6}"/>
    <dgm:cxn modelId="{F2C088D7-0E2F-4719-93DD-9832B123AE71}" type="presOf" srcId="{491C1E55-81CD-48E7-90FC-F75DFAAB5E8B}" destId="{1B57D2B9-69E8-4B06-BFF6-452841B6BC5C}" srcOrd="0" destOrd="0" presId="urn:microsoft.com/office/officeart/2005/8/layout/orgChart1"/>
    <dgm:cxn modelId="{531BE8DC-387E-417D-A31F-EE5FAE009C8B}" type="presOf" srcId="{489CE19E-053C-4447-9B99-99BB9C6F03A2}" destId="{86939B51-E0FE-4602-B531-F891A340FD2E}" srcOrd="1" destOrd="0" presId="urn:microsoft.com/office/officeart/2005/8/layout/orgChart1"/>
    <dgm:cxn modelId="{D99CCCDD-8A7A-4452-AD5B-1D1CED839C2C}" type="presOf" srcId="{8C746B34-008A-4AAE-93B1-ADFDB7FFE2C9}" destId="{0E3DE23C-BC76-4468-B21B-F121697F39C9}" srcOrd="0" destOrd="0" presId="urn:microsoft.com/office/officeart/2005/8/layout/orgChart1"/>
    <dgm:cxn modelId="{19151AE5-0422-419E-B419-1104DBBE887D}" type="presOf" srcId="{0B638C51-F6EA-4CE7-B9AF-C4E02E93E70B}" destId="{A03B8EE6-FD24-4410-A45A-51BBA549A356}" srcOrd="1" destOrd="0" presId="urn:microsoft.com/office/officeart/2005/8/layout/orgChart1"/>
    <dgm:cxn modelId="{9CF6A4E6-8AC7-4A21-91DB-2A09BC31A38E}" type="presOf" srcId="{26A70D00-CA5A-440A-8538-85B1AE3218FF}" destId="{191CEFDA-304C-4347-B638-8898F3035824}" srcOrd="0" destOrd="0" presId="urn:microsoft.com/office/officeart/2005/8/layout/orgChart1"/>
    <dgm:cxn modelId="{95F44DE8-3571-47FC-A0C6-FC47A52E63E6}" type="presOf" srcId="{489CE19E-053C-4447-9B99-99BB9C6F03A2}" destId="{1858FABB-F485-4EB9-8BA1-F9F8E6FF1BB0}" srcOrd="0" destOrd="0" presId="urn:microsoft.com/office/officeart/2005/8/layout/orgChart1"/>
    <dgm:cxn modelId="{48D5B1EB-1A28-4353-AF73-50AE1FF2474F}" srcId="{745251C4-9489-4816-AADA-7418DD98974A}" destId="{848F7D60-520D-402F-A620-DD7ADA69B133}" srcOrd="2" destOrd="0" parTransId="{39E2992C-956B-4E87-8E3E-2113F59C0651}" sibTransId="{CC2EBA53-80AB-42AA-A003-36FFA0C4B38E}"/>
    <dgm:cxn modelId="{457177F0-1FC7-4F35-9E3B-5C6B95BDBFFD}" srcId="{78097E1B-2FD1-4AB3-B4A7-86692AC53B37}" destId="{66AC87A2-6523-4ED9-B280-7E7AFDA7EB9D}" srcOrd="1" destOrd="0" parTransId="{9028F1C1-062A-4DC2-B24E-84FD59D003A3}" sibTransId="{E4FDA625-EB99-4150-BB72-02CF627C3E84}"/>
    <dgm:cxn modelId="{0EACB8F0-70FC-4128-9049-58299492EA4F}" type="presOf" srcId="{6771CC5C-AC11-4338-9DCB-521C5CC56CDD}" destId="{F6A07858-3987-4246-BEE6-14DBC52EC42E}" srcOrd="1" destOrd="0" presId="urn:microsoft.com/office/officeart/2005/8/layout/orgChart1"/>
    <dgm:cxn modelId="{AF5A1CF7-6717-4848-A32C-1209203EA849}" type="presOf" srcId="{91BD3FD3-F6C6-4EBB-AC05-8932C2B3B649}" destId="{68567A0E-48BA-4542-821C-B2350858E837}" srcOrd="0" destOrd="0" presId="urn:microsoft.com/office/officeart/2005/8/layout/orgChart1"/>
    <dgm:cxn modelId="{1279E1FA-B7FF-4A79-8035-345A094D20D9}" type="presOf" srcId="{31079BAB-21A7-46E7-A729-5D78A31EFAB2}" destId="{1A75E0F2-6508-4C47-8DEE-0D9ADF90538D}" srcOrd="1" destOrd="0" presId="urn:microsoft.com/office/officeart/2005/8/layout/orgChart1"/>
    <dgm:cxn modelId="{6CA5E9FB-EF22-43B4-BD5D-9D89CB043859}" type="presOf" srcId="{00C2D50A-8D0B-420A-934D-89FCB3B69184}" destId="{F6FE5D91-3C21-4E90-8427-BA60E0CDB0F6}" srcOrd="1" destOrd="0" presId="urn:microsoft.com/office/officeart/2005/8/layout/orgChart1"/>
    <dgm:cxn modelId="{859D5898-8B47-448E-87BD-CB37DBDFC4AC}" type="presParOf" srcId="{0C8F28D6-33C6-486E-AB06-551CD8F0C4FF}" destId="{76DE359D-21B9-47AF-BB34-19DB68A28223}" srcOrd="0" destOrd="0" presId="urn:microsoft.com/office/officeart/2005/8/layout/orgChart1"/>
    <dgm:cxn modelId="{F7769317-D3DD-463B-8A42-FE2341683C23}" type="presParOf" srcId="{76DE359D-21B9-47AF-BB34-19DB68A28223}" destId="{961253F0-438D-4BCD-85A6-8A778F6466C0}" srcOrd="0" destOrd="0" presId="urn:microsoft.com/office/officeart/2005/8/layout/orgChart1"/>
    <dgm:cxn modelId="{CCA9B9CB-FC06-4278-AB50-80628A5CD497}" type="presParOf" srcId="{961253F0-438D-4BCD-85A6-8A778F6466C0}" destId="{191CEFDA-304C-4347-B638-8898F3035824}" srcOrd="0" destOrd="0" presId="urn:microsoft.com/office/officeart/2005/8/layout/orgChart1"/>
    <dgm:cxn modelId="{DEDFEA53-4AC8-49B6-9214-E20D76CD7B37}" type="presParOf" srcId="{961253F0-438D-4BCD-85A6-8A778F6466C0}" destId="{2227F77C-093F-4D80-8E56-9808D8934485}" srcOrd="1" destOrd="0" presId="urn:microsoft.com/office/officeart/2005/8/layout/orgChart1"/>
    <dgm:cxn modelId="{068B68DA-FB3D-4373-92B5-D006449BBB5A}" type="presParOf" srcId="{76DE359D-21B9-47AF-BB34-19DB68A28223}" destId="{633B72CA-8F97-4BE7-A0B1-4EFA6A6ACCA9}" srcOrd="1" destOrd="0" presId="urn:microsoft.com/office/officeart/2005/8/layout/orgChart1"/>
    <dgm:cxn modelId="{73825892-D996-4766-91AC-3B6B525FA2B3}" type="presParOf" srcId="{633B72CA-8F97-4BE7-A0B1-4EFA6A6ACCA9}" destId="{68567A0E-48BA-4542-821C-B2350858E837}" srcOrd="0" destOrd="0" presId="urn:microsoft.com/office/officeart/2005/8/layout/orgChart1"/>
    <dgm:cxn modelId="{C753413C-F7F8-4B92-B3C2-2272B322BAF3}" type="presParOf" srcId="{633B72CA-8F97-4BE7-A0B1-4EFA6A6ACCA9}" destId="{B81B898B-160A-49B6-8443-5D94C907C552}" srcOrd="1" destOrd="0" presId="urn:microsoft.com/office/officeart/2005/8/layout/orgChart1"/>
    <dgm:cxn modelId="{6E2D8A3E-81EB-4031-A7B3-A962B1C3BC81}" type="presParOf" srcId="{B81B898B-160A-49B6-8443-5D94C907C552}" destId="{91F203DA-4FF0-43AD-A828-73F745DBECB3}" srcOrd="0" destOrd="0" presId="urn:microsoft.com/office/officeart/2005/8/layout/orgChart1"/>
    <dgm:cxn modelId="{4037C68E-4D86-4163-965B-8EE9BAC8AE96}" type="presParOf" srcId="{91F203DA-4FF0-43AD-A828-73F745DBECB3}" destId="{7D4FE79E-5D91-4FFE-A181-65B641596115}" srcOrd="0" destOrd="0" presId="urn:microsoft.com/office/officeart/2005/8/layout/orgChart1"/>
    <dgm:cxn modelId="{0592E3C5-5D82-4E4E-A2D8-808DB56F87E8}" type="presParOf" srcId="{91F203DA-4FF0-43AD-A828-73F745DBECB3}" destId="{FE30649F-2AEE-4B46-9665-96858E437175}" srcOrd="1" destOrd="0" presId="urn:microsoft.com/office/officeart/2005/8/layout/orgChart1"/>
    <dgm:cxn modelId="{CBEEBCEB-1321-4A4A-A12A-A9A45095830D}" type="presParOf" srcId="{B81B898B-160A-49B6-8443-5D94C907C552}" destId="{56E739BE-C883-4D91-9670-17259B2DE4C4}" srcOrd="1" destOrd="0" presId="urn:microsoft.com/office/officeart/2005/8/layout/orgChart1"/>
    <dgm:cxn modelId="{09754AF4-3B3A-4AEC-85A1-6DFD72A8BE5C}" type="presParOf" srcId="{56E739BE-C883-4D91-9670-17259B2DE4C4}" destId="{B5A25327-B7AA-493E-84D0-FFBFCB0BC5EC}" srcOrd="0" destOrd="0" presId="urn:microsoft.com/office/officeart/2005/8/layout/orgChart1"/>
    <dgm:cxn modelId="{8FFBD1C7-B21B-45EA-9E8D-9137FB18B1D3}" type="presParOf" srcId="{56E739BE-C883-4D91-9670-17259B2DE4C4}" destId="{7C8E58CC-D945-4BA6-BE41-147E0BEBAE3F}" srcOrd="1" destOrd="0" presId="urn:microsoft.com/office/officeart/2005/8/layout/orgChart1"/>
    <dgm:cxn modelId="{7AE759CC-35D7-41E5-BC81-CADD1CD8E3F0}" type="presParOf" srcId="{7C8E58CC-D945-4BA6-BE41-147E0BEBAE3F}" destId="{C3FFADC1-0515-4287-9DAD-A08409C8BBED}" srcOrd="0" destOrd="0" presId="urn:microsoft.com/office/officeart/2005/8/layout/orgChart1"/>
    <dgm:cxn modelId="{2526B386-27EA-42CA-9887-33300C005ADE}" type="presParOf" srcId="{C3FFADC1-0515-4287-9DAD-A08409C8BBED}" destId="{0E3DE23C-BC76-4468-B21B-F121697F39C9}" srcOrd="0" destOrd="0" presId="urn:microsoft.com/office/officeart/2005/8/layout/orgChart1"/>
    <dgm:cxn modelId="{719C2D5C-BCC9-4252-84F9-7B0C0E83DE6A}" type="presParOf" srcId="{C3FFADC1-0515-4287-9DAD-A08409C8BBED}" destId="{9BEAA24A-AC06-4CFF-845A-D4ECBD671364}" srcOrd="1" destOrd="0" presId="urn:microsoft.com/office/officeart/2005/8/layout/orgChart1"/>
    <dgm:cxn modelId="{5BE300A7-1BD1-4606-9D78-ADBA05E47CAD}" type="presParOf" srcId="{7C8E58CC-D945-4BA6-BE41-147E0BEBAE3F}" destId="{5EF04541-D6D3-4C89-A068-C5E824C7BF23}" srcOrd="1" destOrd="0" presId="urn:microsoft.com/office/officeart/2005/8/layout/orgChart1"/>
    <dgm:cxn modelId="{999989D1-9D9D-452E-8993-1918E23989AE}" type="presParOf" srcId="{7C8E58CC-D945-4BA6-BE41-147E0BEBAE3F}" destId="{973550F4-58F9-4229-A4DC-E5611C51E17C}" srcOrd="2" destOrd="0" presId="urn:microsoft.com/office/officeart/2005/8/layout/orgChart1"/>
    <dgm:cxn modelId="{E0781FFE-D7B6-48BA-97F1-2210BE3A695A}" type="presParOf" srcId="{56E739BE-C883-4D91-9670-17259B2DE4C4}" destId="{B7A12196-EF20-4378-9514-BE5CE9B794C0}" srcOrd="2" destOrd="0" presId="urn:microsoft.com/office/officeart/2005/8/layout/orgChart1"/>
    <dgm:cxn modelId="{FFDDC3CB-A76F-4B2B-B746-CC3CEDC5455A}" type="presParOf" srcId="{56E739BE-C883-4D91-9670-17259B2DE4C4}" destId="{2DDA4CEB-925D-4663-BB68-7EAF8D453E22}" srcOrd="3" destOrd="0" presId="urn:microsoft.com/office/officeart/2005/8/layout/orgChart1"/>
    <dgm:cxn modelId="{DDE24F3D-C22C-45F4-949B-B0A9EECE38F0}" type="presParOf" srcId="{2DDA4CEB-925D-4663-BB68-7EAF8D453E22}" destId="{87E0407E-52BD-4710-BA9E-A317899417D5}" srcOrd="0" destOrd="0" presId="urn:microsoft.com/office/officeart/2005/8/layout/orgChart1"/>
    <dgm:cxn modelId="{4517693C-AEAD-472B-98E9-72246F59E8E3}" type="presParOf" srcId="{87E0407E-52BD-4710-BA9E-A317899417D5}" destId="{1858FABB-F485-4EB9-8BA1-F9F8E6FF1BB0}" srcOrd="0" destOrd="0" presId="urn:microsoft.com/office/officeart/2005/8/layout/orgChart1"/>
    <dgm:cxn modelId="{DFE78C3D-15D8-4BA6-9CA9-729465074B89}" type="presParOf" srcId="{87E0407E-52BD-4710-BA9E-A317899417D5}" destId="{86939B51-E0FE-4602-B531-F891A340FD2E}" srcOrd="1" destOrd="0" presId="urn:microsoft.com/office/officeart/2005/8/layout/orgChart1"/>
    <dgm:cxn modelId="{9D39941B-2D27-41A1-AA02-FF40FF4F5E12}" type="presParOf" srcId="{2DDA4CEB-925D-4663-BB68-7EAF8D453E22}" destId="{A7DCE558-890E-4C04-B41A-F2B37ACA2FC9}" srcOrd="1" destOrd="0" presId="urn:microsoft.com/office/officeart/2005/8/layout/orgChart1"/>
    <dgm:cxn modelId="{B77DB82D-F253-4AB6-9A93-7A940CA50053}" type="presParOf" srcId="{2DDA4CEB-925D-4663-BB68-7EAF8D453E22}" destId="{8AA12602-4309-4557-B30C-04BA9816B88C}" srcOrd="2" destOrd="0" presId="urn:microsoft.com/office/officeart/2005/8/layout/orgChart1"/>
    <dgm:cxn modelId="{7AB24CFE-7923-4242-BC5E-115C202AB7FE}" type="presParOf" srcId="{56E739BE-C883-4D91-9670-17259B2DE4C4}" destId="{B13379C5-0065-438E-9A8C-626286C40BC6}" srcOrd="4" destOrd="0" presId="urn:microsoft.com/office/officeart/2005/8/layout/orgChart1"/>
    <dgm:cxn modelId="{EB90BE3C-BEB6-4A3B-936A-2FF6A536472D}" type="presParOf" srcId="{56E739BE-C883-4D91-9670-17259B2DE4C4}" destId="{B290ABAC-5C02-4D4A-B959-5C5C01FE1CB7}" srcOrd="5" destOrd="0" presId="urn:microsoft.com/office/officeart/2005/8/layout/orgChart1"/>
    <dgm:cxn modelId="{20A99E12-9300-480E-B37B-6969377D8EE3}" type="presParOf" srcId="{B290ABAC-5C02-4D4A-B959-5C5C01FE1CB7}" destId="{087E18C7-5848-4B88-9C92-5071B44D6BCF}" srcOrd="0" destOrd="0" presId="urn:microsoft.com/office/officeart/2005/8/layout/orgChart1"/>
    <dgm:cxn modelId="{222AAB11-8A81-4C07-A85B-0462D8BCC673}" type="presParOf" srcId="{087E18C7-5848-4B88-9C92-5071B44D6BCF}" destId="{CCC3B49C-ECCF-4649-841A-63D1836464B8}" srcOrd="0" destOrd="0" presId="urn:microsoft.com/office/officeart/2005/8/layout/orgChart1"/>
    <dgm:cxn modelId="{14E5F97B-88B2-4A30-8908-9035515BE1F7}" type="presParOf" srcId="{087E18C7-5848-4B88-9C92-5071B44D6BCF}" destId="{EBBE313F-4B7E-4C0F-A33E-3B59FED703C7}" srcOrd="1" destOrd="0" presId="urn:microsoft.com/office/officeart/2005/8/layout/orgChart1"/>
    <dgm:cxn modelId="{096D8B0A-5FDE-4CCD-B685-D84516A1CC7D}" type="presParOf" srcId="{B290ABAC-5C02-4D4A-B959-5C5C01FE1CB7}" destId="{FB7DC238-F647-4669-A09D-2B3B2A364B15}" srcOrd="1" destOrd="0" presId="urn:microsoft.com/office/officeart/2005/8/layout/orgChart1"/>
    <dgm:cxn modelId="{BBBD3C70-1E73-4C4A-9A36-4F70469BB671}" type="presParOf" srcId="{B290ABAC-5C02-4D4A-B959-5C5C01FE1CB7}" destId="{626AE6D1-0234-448E-98C3-D8B673BF9D49}" srcOrd="2" destOrd="0" presId="urn:microsoft.com/office/officeart/2005/8/layout/orgChart1"/>
    <dgm:cxn modelId="{7471AD82-50CC-4304-AC8D-D6715F841A4F}" type="presParOf" srcId="{B81B898B-160A-49B6-8443-5D94C907C552}" destId="{4208AF5B-B0A3-4582-A612-3F1FBE30D08A}" srcOrd="2" destOrd="0" presId="urn:microsoft.com/office/officeart/2005/8/layout/orgChart1"/>
    <dgm:cxn modelId="{8C2C19CE-A272-4D9C-81ED-BD0F4763C990}" type="presParOf" srcId="{633B72CA-8F97-4BE7-A0B1-4EFA6A6ACCA9}" destId="{02FA44CC-12C3-42EF-80CE-AE115759697D}" srcOrd="2" destOrd="0" presId="urn:microsoft.com/office/officeart/2005/8/layout/orgChart1"/>
    <dgm:cxn modelId="{AD9BE12C-A8E5-48E1-B085-1659941042BA}" type="presParOf" srcId="{633B72CA-8F97-4BE7-A0B1-4EFA6A6ACCA9}" destId="{F5F64FAF-BF32-4E2A-B5CD-69500E54D574}" srcOrd="3" destOrd="0" presId="urn:microsoft.com/office/officeart/2005/8/layout/orgChart1"/>
    <dgm:cxn modelId="{5172690A-DF0A-481A-AD53-F2AB6545F30D}" type="presParOf" srcId="{F5F64FAF-BF32-4E2A-B5CD-69500E54D574}" destId="{D8F45FC3-9DBA-450A-A86F-2D283A08A76E}" srcOrd="0" destOrd="0" presId="urn:microsoft.com/office/officeart/2005/8/layout/orgChart1"/>
    <dgm:cxn modelId="{F098DF0A-ED7A-4434-B77B-3165B0F90552}" type="presParOf" srcId="{D8F45FC3-9DBA-450A-A86F-2D283A08A76E}" destId="{EF5B9B71-BFC9-4DC0-925C-34C2863C18A6}" srcOrd="0" destOrd="0" presId="urn:microsoft.com/office/officeart/2005/8/layout/orgChart1"/>
    <dgm:cxn modelId="{C1BECE36-17B8-47B2-970B-D3BDAE872B69}" type="presParOf" srcId="{D8F45FC3-9DBA-450A-A86F-2D283A08A76E}" destId="{270DBBFA-B6D1-480E-B2DC-11C58E7656FD}" srcOrd="1" destOrd="0" presId="urn:microsoft.com/office/officeart/2005/8/layout/orgChart1"/>
    <dgm:cxn modelId="{CC3F0F9A-446B-438B-879F-4293357C304D}" type="presParOf" srcId="{F5F64FAF-BF32-4E2A-B5CD-69500E54D574}" destId="{BBFA43F3-A7E3-40BA-8D26-9BC048428153}" srcOrd="1" destOrd="0" presId="urn:microsoft.com/office/officeart/2005/8/layout/orgChart1"/>
    <dgm:cxn modelId="{1707BFEA-57BB-48B7-B589-D1A2A5022806}" type="presParOf" srcId="{BBFA43F3-A7E3-40BA-8D26-9BC048428153}" destId="{356D8D07-685B-4B06-9782-97F9D417D7B9}" srcOrd="0" destOrd="0" presId="urn:microsoft.com/office/officeart/2005/8/layout/orgChart1"/>
    <dgm:cxn modelId="{581A4CE3-1163-421B-B594-A43017299F0E}" type="presParOf" srcId="{BBFA43F3-A7E3-40BA-8D26-9BC048428153}" destId="{36DC3303-D68E-4281-AEF5-6C7CD43D860C}" srcOrd="1" destOrd="0" presId="urn:microsoft.com/office/officeart/2005/8/layout/orgChart1"/>
    <dgm:cxn modelId="{551DDBF4-0016-4BDD-82F9-36B2004CF81C}" type="presParOf" srcId="{36DC3303-D68E-4281-AEF5-6C7CD43D860C}" destId="{C8E99C03-C967-4537-A747-355FC7D318EA}" srcOrd="0" destOrd="0" presId="urn:microsoft.com/office/officeart/2005/8/layout/orgChart1"/>
    <dgm:cxn modelId="{01AD9DA0-4DE3-4695-9CDF-2DF8AD959155}" type="presParOf" srcId="{C8E99C03-C967-4537-A747-355FC7D318EA}" destId="{40861475-9E85-4F70-B565-B5DA429189B8}" srcOrd="0" destOrd="0" presId="urn:microsoft.com/office/officeart/2005/8/layout/orgChart1"/>
    <dgm:cxn modelId="{D9438432-A62F-4813-B399-DCA3EE9A73B5}" type="presParOf" srcId="{C8E99C03-C967-4537-A747-355FC7D318EA}" destId="{EA198BDA-B8C8-4A56-A018-63F180FDEEA8}" srcOrd="1" destOrd="0" presId="urn:microsoft.com/office/officeart/2005/8/layout/orgChart1"/>
    <dgm:cxn modelId="{C108071E-0386-4CA2-A5C5-802CBC45F510}" type="presParOf" srcId="{36DC3303-D68E-4281-AEF5-6C7CD43D860C}" destId="{844E01F6-BFEC-43D3-B880-D849EB03994F}" srcOrd="1" destOrd="0" presId="urn:microsoft.com/office/officeart/2005/8/layout/orgChart1"/>
    <dgm:cxn modelId="{765BFE69-3D2C-47B2-AA23-B7937D7E9FE5}" type="presParOf" srcId="{36DC3303-D68E-4281-AEF5-6C7CD43D860C}" destId="{5CCFB21C-7BF0-4EC1-B375-022191ABB2C6}" srcOrd="2" destOrd="0" presId="urn:microsoft.com/office/officeart/2005/8/layout/orgChart1"/>
    <dgm:cxn modelId="{ADAF9573-71F6-4BA9-844F-C76E8DF28B9A}" type="presParOf" srcId="{BBFA43F3-A7E3-40BA-8D26-9BC048428153}" destId="{81290214-894D-4361-8DCB-B922DBBD1F9B}" srcOrd="2" destOrd="0" presId="urn:microsoft.com/office/officeart/2005/8/layout/orgChart1"/>
    <dgm:cxn modelId="{97D719CD-956C-4137-9A41-D098AFB562EA}" type="presParOf" srcId="{BBFA43F3-A7E3-40BA-8D26-9BC048428153}" destId="{180AEA2C-C4BD-47CE-A94C-25D4F2D7FB26}" srcOrd="3" destOrd="0" presId="urn:microsoft.com/office/officeart/2005/8/layout/orgChart1"/>
    <dgm:cxn modelId="{20408B51-9497-4C87-8010-A6602BE49DE5}" type="presParOf" srcId="{180AEA2C-C4BD-47CE-A94C-25D4F2D7FB26}" destId="{D79B2F34-671B-47CA-A047-270B988EAE5C}" srcOrd="0" destOrd="0" presId="urn:microsoft.com/office/officeart/2005/8/layout/orgChart1"/>
    <dgm:cxn modelId="{2210121D-79AD-404A-9522-003A39388DCA}" type="presParOf" srcId="{D79B2F34-671B-47CA-A047-270B988EAE5C}" destId="{779E4F58-3B37-43F2-9792-0E21F4F1B776}" srcOrd="0" destOrd="0" presId="urn:microsoft.com/office/officeart/2005/8/layout/orgChart1"/>
    <dgm:cxn modelId="{696FEB53-BE1C-48F7-892F-4593B79EF8B7}" type="presParOf" srcId="{D79B2F34-671B-47CA-A047-270B988EAE5C}" destId="{A8E5C5BE-7782-43BD-89C9-423C3CA5A253}" srcOrd="1" destOrd="0" presId="urn:microsoft.com/office/officeart/2005/8/layout/orgChart1"/>
    <dgm:cxn modelId="{5B41D28C-D936-49EE-B5D3-994A743A9AA6}" type="presParOf" srcId="{180AEA2C-C4BD-47CE-A94C-25D4F2D7FB26}" destId="{718DD781-8A6C-48CD-B1F6-64379DFA9CBA}" srcOrd="1" destOrd="0" presId="urn:microsoft.com/office/officeart/2005/8/layout/orgChart1"/>
    <dgm:cxn modelId="{307DAB6F-99AF-457E-B6B3-E2B4FED70254}" type="presParOf" srcId="{180AEA2C-C4BD-47CE-A94C-25D4F2D7FB26}" destId="{5AEAB3AF-B6C6-4C8F-8AF1-9BF1A99580A5}" srcOrd="2" destOrd="0" presId="urn:microsoft.com/office/officeart/2005/8/layout/orgChart1"/>
    <dgm:cxn modelId="{6FAFF6B2-8913-4F8C-AEB1-2FA0FDC03721}" type="presParOf" srcId="{F5F64FAF-BF32-4E2A-B5CD-69500E54D574}" destId="{3BA56885-23D2-403D-B7D4-FDC4DB9DC104}" srcOrd="2" destOrd="0" presId="urn:microsoft.com/office/officeart/2005/8/layout/orgChart1"/>
    <dgm:cxn modelId="{5E69C417-8FFE-4DFF-9131-A59AA404DCC4}" type="presParOf" srcId="{633B72CA-8F97-4BE7-A0B1-4EFA6A6ACCA9}" destId="{23CA1C88-036F-4EF1-BEE7-0C1FC2283995}" srcOrd="4" destOrd="0" presId="urn:microsoft.com/office/officeart/2005/8/layout/orgChart1"/>
    <dgm:cxn modelId="{45404162-4078-405C-8333-DA45443042E9}" type="presParOf" srcId="{633B72CA-8F97-4BE7-A0B1-4EFA6A6ACCA9}" destId="{532B5322-AFB8-455D-9C31-6355CBAE1E2F}" srcOrd="5" destOrd="0" presId="urn:microsoft.com/office/officeart/2005/8/layout/orgChart1"/>
    <dgm:cxn modelId="{A72262C3-3E57-4BB9-8AC2-6464D007DAEB}" type="presParOf" srcId="{532B5322-AFB8-455D-9C31-6355CBAE1E2F}" destId="{B610AFE7-DCBC-4ADC-A602-DE45B79EA466}" srcOrd="0" destOrd="0" presId="urn:microsoft.com/office/officeart/2005/8/layout/orgChart1"/>
    <dgm:cxn modelId="{5734B286-60E1-4BD8-B654-545BCCBE42A6}" type="presParOf" srcId="{B610AFE7-DCBC-4ADC-A602-DE45B79EA466}" destId="{1E7976F7-1B5A-4286-95DE-27326DDB4E5A}" srcOrd="0" destOrd="0" presId="urn:microsoft.com/office/officeart/2005/8/layout/orgChart1"/>
    <dgm:cxn modelId="{D39A8F26-598B-4C20-8D4D-8068040AA83F}" type="presParOf" srcId="{B610AFE7-DCBC-4ADC-A602-DE45B79EA466}" destId="{A03B8EE6-FD24-4410-A45A-51BBA549A356}" srcOrd="1" destOrd="0" presId="urn:microsoft.com/office/officeart/2005/8/layout/orgChart1"/>
    <dgm:cxn modelId="{F86BA087-7E7B-41C6-ADD2-1FC5342764C1}" type="presParOf" srcId="{532B5322-AFB8-455D-9C31-6355CBAE1E2F}" destId="{20AE810D-83A1-4D25-B321-C3F60BEC581A}" srcOrd="1" destOrd="0" presId="urn:microsoft.com/office/officeart/2005/8/layout/orgChart1"/>
    <dgm:cxn modelId="{B1BA0674-EE58-45B8-B0F7-6CC12C023871}" type="presParOf" srcId="{20AE810D-83A1-4D25-B321-C3F60BEC581A}" destId="{F1B522D2-3879-4F8C-B603-6300D99CA9AD}" srcOrd="0" destOrd="0" presId="urn:microsoft.com/office/officeart/2005/8/layout/orgChart1"/>
    <dgm:cxn modelId="{15A22C01-CC2C-4D1B-9875-2D0F8F6F1E0D}" type="presParOf" srcId="{20AE810D-83A1-4D25-B321-C3F60BEC581A}" destId="{BE1AE9E7-23AA-4B29-A1AA-7ABC2AEB4EF3}" srcOrd="1" destOrd="0" presId="urn:microsoft.com/office/officeart/2005/8/layout/orgChart1"/>
    <dgm:cxn modelId="{8A1297F9-CBE9-45A0-9E1E-D9F15FBAB980}" type="presParOf" srcId="{BE1AE9E7-23AA-4B29-A1AA-7ABC2AEB4EF3}" destId="{803555D0-19A5-4ED1-B26E-0F365479782F}" srcOrd="0" destOrd="0" presId="urn:microsoft.com/office/officeart/2005/8/layout/orgChart1"/>
    <dgm:cxn modelId="{F6CE9A91-0884-44B1-B24E-5D07B183FCEB}" type="presParOf" srcId="{803555D0-19A5-4ED1-B26E-0F365479782F}" destId="{E65F3F1F-F875-4748-B67F-2E1FFB57A48D}" srcOrd="0" destOrd="0" presId="urn:microsoft.com/office/officeart/2005/8/layout/orgChart1"/>
    <dgm:cxn modelId="{C463E6CE-7889-4BAF-92F1-9A6BDDFDAACC}" type="presParOf" srcId="{803555D0-19A5-4ED1-B26E-0F365479782F}" destId="{F6FE5D91-3C21-4E90-8427-BA60E0CDB0F6}" srcOrd="1" destOrd="0" presId="urn:microsoft.com/office/officeart/2005/8/layout/orgChart1"/>
    <dgm:cxn modelId="{E6BDF977-644A-4554-88D5-D94EFB40CB3B}" type="presParOf" srcId="{BE1AE9E7-23AA-4B29-A1AA-7ABC2AEB4EF3}" destId="{5B2E5C99-1ED1-46EC-B618-3E9E1E5677C8}" srcOrd="1" destOrd="0" presId="urn:microsoft.com/office/officeart/2005/8/layout/orgChart1"/>
    <dgm:cxn modelId="{FFA83B5A-DC20-4B34-8568-DBEED483A962}" type="presParOf" srcId="{BE1AE9E7-23AA-4B29-A1AA-7ABC2AEB4EF3}" destId="{E5A80153-EE4E-49C2-81DF-323C013CDE71}" srcOrd="2" destOrd="0" presId="urn:microsoft.com/office/officeart/2005/8/layout/orgChart1"/>
    <dgm:cxn modelId="{C48FF0DA-6EFE-46FA-B189-A9F3C05F9E08}" type="presParOf" srcId="{20AE810D-83A1-4D25-B321-C3F60BEC581A}" destId="{54D28EF4-05CD-4DCB-A905-9D8737CEFA2A}" srcOrd="2" destOrd="0" presId="urn:microsoft.com/office/officeart/2005/8/layout/orgChart1"/>
    <dgm:cxn modelId="{FA137930-7AAA-42DD-AB23-834F447E22B4}" type="presParOf" srcId="{20AE810D-83A1-4D25-B321-C3F60BEC581A}" destId="{C1E821C6-66E3-470A-9BDF-109123E7E1B8}" srcOrd="3" destOrd="0" presId="urn:microsoft.com/office/officeart/2005/8/layout/orgChart1"/>
    <dgm:cxn modelId="{D3093ECF-938D-4BC7-83EA-02E163942FE8}" type="presParOf" srcId="{C1E821C6-66E3-470A-9BDF-109123E7E1B8}" destId="{27182FC9-46EC-4E4D-AA4C-086A3E475224}" srcOrd="0" destOrd="0" presId="urn:microsoft.com/office/officeart/2005/8/layout/orgChart1"/>
    <dgm:cxn modelId="{2119744D-3D56-49BD-8E30-01E01C013231}" type="presParOf" srcId="{27182FC9-46EC-4E4D-AA4C-086A3E475224}" destId="{B3E96EB0-DA61-4C7F-9184-DBCB3FA9BFE3}" srcOrd="0" destOrd="0" presId="urn:microsoft.com/office/officeart/2005/8/layout/orgChart1"/>
    <dgm:cxn modelId="{EC36AD29-D3C7-4E97-A7E0-3DF27BE281DC}" type="presParOf" srcId="{27182FC9-46EC-4E4D-AA4C-086A3E475224}" destId="{F6A07858-3987-4246-BEE6-14DBC52EC42E}" srcOrd="1" destOrd="0" presId="urn:microsoft.com/office/officeart/2005/8/layout/orgChart1"/>
    <dgm:cxn modelId="{A5C38B94-E715-4FBE-89CC-B08271EC1E50}" type="presParOf" srcId="{C1E821C6-66E3-470A-9BDF-109123E7E1B8}" destId="{C050EC17-FC31-447B-904F-3E82F041C1A2}" srcOrd="1" destOrd="0" presId="urn:microsoft.com/office/officeart/2005/8/layout/orgChart1"/>
    <dgm:cxn modelId="{1F4E81D8-5C64-497F-B7C5-E0F0EB1D7E42}" type="presParOf" srcId="{C1E821C6-66E3-470A-9BDF-109123E7E1B8}" destId="{2CB58DB9-EADF-4054-9988-744A692C638E}" srcOrd="2" destOrd="0" presId="urn:microsoft.com/office/officeart/2005/8/layout/orgChart1"/>
    <dgm:cxn modelId="{3BC370D5-CBB2-4F99-8892-E2545A8FEC8D}" type="presParOf" srcId="{532B5322-AFB8-455D-9C31-6355CBAE1E2F}" destId="{836ABBBC-C992-4D8F-BE8C-80E4003FDC55}" srcOrd="2" destOrd="0" presId="urn:microsoft.com/office/officeart/2005/8/layout/orgChart1"/>
    <dgm:cxn modelId="{0DC9CCF5-D4B1-477F-A43E-EBDA871F0693}" type="presParOf" srcId="{76DE359D-21B9-47AF-BB34-19DB68A28223}" destId="{9148F2DC-DB41-4DF9-A725-31F52448AE2F}" srcOrd="2" destOrd="0" presId="urn:microsoft.com/office/officeart/2005/8/layout/orgChart1"/>
    <dgm:cxn modelId="{853C077C-691F-425D-A730-28CB737C5690}" type="presParOf" srcId="{9148F2DC-DB41-4DF9-A725-31F52448AE2F}" destId="{1B57D2B9-69E8-4B06-BFF6-452841B6BC5C}" srcOrd="0" destOrd="0" presId="urn:microsoft.com/office/officeart/2005/8/layout/orgChart1"/>
    <dgm:cxn modelId="{1FE760C8-D3AB-4EC8-A32E-D27D0D61EB21}" type="presParOf" srcId="{9148F2DC-DB41-4DF9-A725-31F52448AE2F}" destId="{634E2B87-A085-4154-BF6E-3CC0DB315A9C}" srcOrd="1" destOrd="0" presId="urn:microsoft.com/office/officeart/2005/8/layout/orgChart1"/>
    <dgm:cxn modelId="{0EE8EF13-ED05-4650-AAF6-B53B5B3F40A0}" type="presParOf" srcId="{634E2B87-A085-4154-BF6E-3CC0DB315A9C}" destId="{F08627DC-59F7-4D75-AD2C-47AE7CB53E1B}" srcOrd="0" destOrd="0" presId="urn:microsoft.com/office/officeart/2005/8/layout/orgChart1"/>
    <dgm:cxn modelId="{5A0EF996-0A05-4DF8-B02E-2FC6005A7057}" type="presParOf" srcId="{F08627DC-59F7-4D75-AD2C-47AE7CB53E1B}" destId="{843C997F-481D-4EEB-AAAA-72AD5E413CEE}" srcOrd="0" destOrd="0" presId="urn:microsoft.com/office/officeart/2005/8/layout/orgChart1"/>
    <dgm:cxn modelId="{57CB7407-2468-4F2C-A272-3BEA66C1108E}" type="presParOf" srcId="{F08627DC-59F7-4D75-AD2C-47AE7CB53E1B}" destId="{1A75E0F2-6508-4C47-8DEE-0D9ADF90538D}" srcOrd="1" destOrd="0" presId="urn:microsoft.com/office/officeart/2005/8/layout/orgChart1"/>
    <dgm:cxn modelId="{80A922BF-485C-4646-824B-CC26913584A0}" type="presParOf" srcId="{634E2B87-A085-4154-BF6E-3CC0DB315A9C}" destId="{B5C31004-CCC2-4366-9369-FB7E1DA56AF5}" srcOrd="1" destOrd="0" presId="urn:microsoft.com/office/officeart/2005/8/layout/orgChart1"/>
    <dgm:cxn modelId="{BEFE73D2-AB79-4C1C-9D99-C7CB00FB9024}" type="presParOf" srcId="{634E2B87-A085-4154-BF6E-3CC0DB315A9C}" destId="{674A33F6-9288-45DE-B32B-EB5806C988D6}" srcOrd="2" destOrd="0" presId="urn:microsoft.com/office/officeart/2005/8/layout/orgChart1"/>
    <dgm:cxn modelId="{D473E80C-8082-4377-9732-4CA4AC78DC57}" type="presParOf" srcId="{9148F2DC-DB41-4DF9-A725-31F52448AE2F}" destId="{508E0DB5-89E8-4820-8120-1AE71B2E84DD}" srcOrd="2" destOrd="0" presId="urn:microsoft.com/office/officeart/2005/8/layout/orgChart1"/>
    <dgm:cxn modelId="{529C8ACF-52AA-4956-A260-846ECD7A12B5}" type="presParOf" srcId="{9148F2DC-DB41-4DF9-A725-31F52448AE2F}" destId="{A491973F-E0E4-4682-82B4-987FD000087C}" srcOrd="3" destOrd="0" presId="urn:microsoft.com/office/officeart/2005/8/layout/orgChart1"/>
    <dgm:cxn modelId="{B5275D5F-6ECE-440D-9A08-73CD575B31D1}" type="presParOf" srcId="{A491973F-E0E4-4682-82B4-987FD000087C}" destId="{452D2D38-E8E8-40AC-B83A-AE359CF4494A}" srcOrd="0" destOrd="0" presId="urn:microsoft.com/office/officeart/2005/8/layout/orgChart1"/>
    <dgm:cxn modelId="{14365F4D-51C3-4E52-85BB-D5A280553DA1}" type="presParOf" srcId="{452D2D38-E8E8-40AC-B83A-AE359CF4494A}" destId="{FE388A69-5992-4AE3-8A79-9468CA42AD7B}" srcOrd="0" destOrd="0" presId="urn:microsoft.com/office/officeart/2005/8/layout/orgChart1"/>
    <dgm:cxn modelId="{D9E3EDEE-234D-47C1-AAE3-2A8528F33E67}" type="presParOf" srcId="{452D2D38-E8E8-40AC-B83A-AE359CF4494A}" destId="{EED6A57E-D667-4949-9CFE-DF2CB9BFB5E6}" srcOrd="1" destOrd="0" presId="urn:microsoft.com/office/officeart/2005/8/layout/orgChart1"/>
    <dgm:cxn modelId="{EF2F186E-D9B1-45E3-B2DD-B2DE1EE6A542}" type="presParOf" srcId="{A491973F-E0E4-4682-82B4-987FD000087C}" destId="{7001029A-0A90-438E-B714-DCB7B790595B}" srcOrd="1" destOrd="0" presId="urn:microsoft.com/office/officeart/2005/8/layout/orgChart1"/>
    <dgm:cxn modelId="{912B40F4-42E9-4823-AF7A-E6251A15DE1B}" type="presParOf" srcId="{A491973F-E0E4-4682-82B4-987FD000087C}" destId="{562D2C82-F0F6-498C-B9AB-E74B3391052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8E0DB5-89E8-4820-8120-1AE71B2E84DD}">
      <dsp:nvSpPr>
        <dsp:cNvPr id="0" name=""/>
        <dsp:cNvSpPr/>
      </dsp:nvSpPr>
      <dsp:spPr>
        <a:xfrm>
          <a:off x="5298966" y="761704"/>
          <a:ext cx="159889" cy="7004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0470"/>
              </a:lnTo>
              <a:lnTo>
                <a:pt x="159889" y="70047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57D2B9-69E8-4B06-BFF6-452841B6BC5C}">
      <dsp:nvSpPr>
        <dsp:cNvPr id="0" name=""/>
        <dsp:cNvSpPr/>
      </dsp:nvSpPr>
      <dsp:spPr>
        <a:xfrm>
          <a:off x="5139076" y="761704"/>
          <a:ext cx="159889" cy="700470"/>
        </a:xfrm>
        <a:custGeom>
          <a:avLst/>
          <a:gdLst/>
          <a:ahLst/>
          <a:cxnLst/>
          <a:rect l="0" t="0" r="0" b="0"/>
          <a:pathLst>
            <a:path>
              <a:moveTo>
                <a:pt x="159889" y="0"/>
              </a:moveTo>
              <a:lnTo>
                <a:pt x="159889" y="700470"/>
              </a:lnTo>
              <a:lnTo>
                <a:pt x="0" y="70047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D28EF4-05CD-4DCB-A905-9D8737CEFA2A}">
      <dsp:nvSpPr>
        <dsp:cNvPr id="0" name=""/>
        <dsp:cNvSpPr/>
      </dsp:nvSpPr>
      <dsp:spPr>
        <a:xfrm>
          <a:off x="6532403" y="2924026"/>
          <a:ext cx="228414" cy="17816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81630"/>
              </a:lnTo>
              <a:lnTo>
                <a:pt x="228414" y="178163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B522D2-3879-4F8C-B603-6300D99CA9AD}">
      <dsp:nvSpPr>
        <dsp:cNvPr id="0" name=""/>
        <dsp:cNvSpPr/>
      </dsp:nvSpPr>
      <dsp:spPr>
        <a:xfrm>
          <a:off x="6532403" y="2924026"/>
          <a:ext cx="228414" cy="7004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0470"/>
              </a:lnTo>
              <a:lnTo>
                <a:pt x="228414" y="70047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CA1C88-036F-4EF1-BEE7-0C1FC2283995}">
      <dsp:nvSpPr>
        <dsp:cNvPr id="0" name=""/>
        <dsp:cNvSpPr/>
      </dsp:nvSpPr>
      <dsp:spPr>
        <a:xfrm>
          <a:off x="5298966" y="761704"/>
          <a:ext cx="1842541" cy="14009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1050"/>
              </a:lnTo>
              <a:lnTo>
                <a:pt x="1842541" y="1241050"/>
              </a:lnTo>
              <a:lnTo>
                <a:pt x="1842541" y="14009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290214-894D-4361-8DCB-B922DBBD1F9B}">
      <dsp:nvSpPr>
        <dsp:cNvPr id="0" name=""/>
        <dsp:cNvSpPr/>
      </dsp:nvSpPr>
      <dsp:spPr>
        <a:xfrm>
          <a:off x="4689862" y="2924026"/>
          <a:ext cx="228414" cy="17816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81630"/>
              </a:lnTo>
              <a:lnTo>
                <a:pt x="228414" y="178163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6D8D07-685B-4B06-9782-97F9D417D7B9}">
      <dsp:nvSpPr>
        <dsp:cNvPr id="0" name=""/>
        <dsp:cNvSpPr/>
      </dsp:nvSpPr>
      <dsp:spPr>
        <a:xfrm>
          <a:off x="4689862" y="2924026"/>
          <a:ext cx="228414" cy="7004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0470"/>
              </a:lnTo>
              <a:lnTo>
                <a:pt x="228414" y="70047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FA44CC-12C3-42EF-80CE-AE115759697D}">
      <dsp:nvSpPr>
        <dsp:cNvPr id="0" name=""/>
        <dsp:cNvSpPr/>
      </dsp:nvSpPr>
      <dsp:spPr>
        <a:xfrm>
          <a:off x="5253246" y="761704"/>
          <a:ext cx="91440" cy="140094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009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3379C5-0065-438E-9A8C-626286C40BC6}">
      <dsp:nvSpPr>
        <dsp:cNvPr id="0" name=""/>
        <dsp:cNvSpPr/>
      </dsp:nvSpPr>
      <dsp:spPr>
        <a:xfrm>
          <a:off x="2847320" y="2924026"/>
          <a:ext cx="228414" cy="28627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62791"/>
              </a:lnTo>
              <a:lnTo>
                <a:pt x="228414" y="2862791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A12196-EF20-4378-9514-BE5CE9B794C0}">
      <dsp:nvSpPr>
        <dsp:cNvPr id="0" name=""/>
        <dsp:cNvSpPr/>
      </dsp:nvSpPr>
      <dsp:spPr>
        <a:xfrm>
          <a:off x="2847320" y="2924026"/>
          <a:ext cx="228414" cy="17816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81630"/>
              </a:lnTo>
              <a:lnTo>
                <a:pt x="228414" y="178163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A25327-B7AA-493E-84D0-FFBFCB0BC5EC}">
      <dsp:nvSpPr>
        <dsp:cNvPr id="0" name=""/>
        <dsp:cNvSpPr/>
      </dsp:nvSpPr>
      <dsp:spPr>
        <a:xfrm>
          <a:off x="2847320" y="2924026"/>
          <a:ext cx="228414" cy="7004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0470"/>
              </a:lnTo>
              <a:lnTo>
                <a:pt x="228414" y="70047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567A0E-48BA-4542-821C-B2350858E837}">
      <dsp:nvSpPr>
        <dsp:cNvPr id="0" name=""/>
        <dsp:cNvSpPr/>
      </dsp:nvSpPr>
      <dsp:spPr>
        <a:xfrm>
          <a:off x="3456425" y="761704"/>
          <a:ext cx="1842541" cy="1400940"/>
        </a:xfrm>
        <a:custGeom>
          <a:avLst/>
          <a:gdLst/>
          <a:ahLst/>
          <a:cxnLst/>
          <a:rect l="0" t="0" r="0" b="0"/>
          <a:pathLst>
            <a:path>
              <a:moveTo>
                <a:pt x="1842541" y="0"/>
              </a:moveTo>
              <a:lnTo>
                <a:pt x="1842541" y="1241050"/>
              </a:lnTo>
              <a:lnTo>
                <a:pt x="0" y="1241050"/>
              </a:lnTo>
              <a:lnTo>
                <a:pt x="0" y="14009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1CEFDA-304C-4347-B638-8898F3035824}">
      <dsp:nvSpPr>
        <dsp:cNvPr id="0" name=""/>
        <dsp:cNvSpPr/>
      </dsp:nvSpPr>
      <dsp:spPr>
        <a:xfrm>
          <a:off x="4537586" y="324"/>
          <a:ext cx="1522761" cy="7613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Incident Commander / TF Commander</a:t>
          </a:r>
        </a:p>
      </dsp:txBody>
      <dsp:txXfrm>
        <a:off x="4537586" y="324"/>
        <a:ext cx="1522761" cy="761380"/>
      </dsp:txXfrm>
    </dsp:sp>
    <dsp:sp modelId="{7D4FE79E-5D91-4FFE-A181-65B641596115}">
      <dsp:nvSpPr>
        <dsp:cNvPr id="0" name=""/>
        <dsp:cNvSpPr/>
      </dsp:nvSpPr>
      <dsp:spPr>
        <a:xfrm>
          <a:off x="2695044" y="2162645"/>
          <a:ext cx="1522761" cy="7613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Operations </a:t>
          </a:r>
          <a:r>
            <a:rPr lang="en-US" sz="1500" b="1" kern="1200" dirty="0"/>
            <a:t>(S3)</a:t>
          </a:r>
        </a:p>
      </dsp:txBody>
      <dsp:txXfrm>
        <a:off x="2695044" y="2162645"/>
        <a:ext cx="1522761" cy="761380"/>
      </dsp:txXfrm>
    </dsp:sp>
    <dsp:sp modelId="{0E3DE23C-BC76-4468-B21B-F121697F39C9}">
      <dsp:nvSpPr>
        <dsp:cNvPr id="0" name=""/>
        <dsp:cNvSpPr/>
      </dsp:nvSpPr>
      <dsp:spPr>
        <a:xfrm>
          <a:off x="3075735" y="3243805"/>
          <a:ext cx="1522761" cy="7613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Staging Area Manager</a:t>
          </a:r>
        </a:p>
      </dsp:txBody>
      <dsp:txXfrm>
        <a:off x="3075735" y="3243805"/>
        <a:ext cx="1522761" cy="761380"/>
      </dsp:txXfrm>
    </dsp:sp>
    <dsp:sp modelId="{1858FABB-F485-4EB9-8BA1-F9F8E6FF1BB0}">
      <dsp:nvSpPr>
        <dsp:cNvPr id="0" name=""/>
        <dsp:cNvSpPr/>
      </dsp:nvSpPr>
      <dsp:spPr>
        <a:xfrm>
          <a:off x="3075735" y="4324966"/>
          <a:ext cx="1522761" cy="7613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Air Operations Branch </a:t>
          </a:r>
          <a:r>
            <a:rPr lang="en-US" sz="1500" b="1" kern="1200" dirty="0"/>
            <a:t>(4 / 3)</a:t>
          </a:r>
        </a:p>
      </dsp:txBody>
      <dsp:txXfrm>
        <a:off x="3075735" y="4324966"/>
        <a:ext cx="1522761" cy="761380"/>
      </dsp:txXfrm>
    </dsp:sp>
    <dsp:sp modelId="{CCC3B49C-ECCF-4649-841A-63D1836464B8}">
      <dsp:nvSpPr>
        <dsp:cNvPr id="0" name=""/>
        <dsp:cNvSpPr/>
      </dsp:nvSpPr>
      <dsp:spPr>
        <a:xfrm>
          <a:off x="3075735" y="5406127"/>
          <a:ext cx="1522761" cy="7613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SECFOR TF </a:t>
          </a:r>
          <a:r>
            <a:rPr lang="en-US" sz="1500" b="1" kern="1200" dirty="0"/>
            <a:t>(3 / 3)</a:t>
          </a:r>
        </a:p>
      </dsp:txBody>
      <dsp:txXfrm>
        <a:off x="3075735" y="5406127"/>
        <a:ext cx="1522761" cy="761380"/>
      </dsp:txXfrm>
    </dsp:sp>
    <dsp:sp modelId="{EF5B9B71-BFC9-4DC0-925C-34C2863C18A6}">
      <dsp:nvSpPr>
        <dsp:cNvPr id="0" name=""/>
        <dsp:cNvSpPr/>
      </dsp:nvSpPr>
      <dsp:spPr>
        <a:xfrm>
          <a:off x="4537586" y="2162645"/>
          <a:ext cx="1522761" cy="7613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Planning</a:t>
          </a:r>
        </a:p>
      </dsp:txBody>
      <dsp:txXfrm>
        <a:off x="4537586" y="2162645"/>
        <a:ext cx="1522761" cy="761380"/>
      </dsp:txXfrm>
    </dsp:sp>
    <dsp:sp modelId="{40861475-9E85-4F70-B565-B5DA429189B8}">
      <dsp:nvSpPr>
        <dsp:cNvPr id="0" name=""/>
        <dsp:cNvSpPr/>
      </dsp:nvSpPr>
      <dsp:spPr>
        <a:xfrm>
          <a:off x="4918276" y="3243805"/>
          <a:ext cx="1522761" cy="7613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Resource Unit </a:t>
          </a:r>
          <a:r>
            <a:rPr lang="en-US" sz="1500" b="1" kern="1200" dirty="0"/>
            <a:t>(S1) </a:t>
          </a:r>
        </a:p>
      </dsp:txBody>
      <dsp:txXfrm>
        <a:off x="4918276" y="3243805"/>
        <a:ext cx="1522761" cy="761380"/>
      </dsp:txXfrm>
    </dsp:sp>
    <dsp:sp modelId="{779E4F58-3B37-43F2-9792-0E21F4F1B776}">
      <dsp:nvSpPr>
        <dsp:cNvPr id="0" name=""/>
        <dsp:cNvSpPr/>
      </dsp:nvSpPr>
      <dsp:spPr>
        <a:xfrm>
          <a:off x="4918276" y="4324966"/>
          <a:ext cx="1522761" cy="7613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Situation Unit </a:t>
          </a:r>
          <a:r>
            <a:rPr lang="en-US" sz="1500" b="1" kern="1200" dirty="0"/>
            <a:t>(S2)</a:t>
          </a:r>
        </a:p>
      </dsp:txBody>
      <dsp:txXfrm>
        <a:off x="4918276" y="4324966"/>
        <a:ext cx="1522761" cy="761380"/>
      </dsp:txXfrm>
    </dsp:sp>
    <dsp:sp modelId="{1E7976F7-1B5A-4286-95DE-27326DDB4E5A}">
      <dsp:nvSpPr>
        <dsp:cNvPr id="0" name=""/>
        <dsp:cNvSpPr/>
      </dsp:nvSpPr>
      <dsp:spPr>
        <a:xfrm>
          <a:off x="6380127" y="2162645"/>
          <a:ext cx="1522761" cy="7613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Support </a:t>
          </a:r>
          <a:r>
            <a:rPr lang="en-US" sz="1500" b="1" kern="1200" dirty="0"/>
            <a:t>(S4)</a:t>
          </a:r>
        </a:p>
      </dsp:txBody>
      <dsp:txXfrm>
        <a:off x="6380127" y="2162645"/>
        <a:ext cx="1522761" cy="761380"/>
      </dsp:txXfrm>
    </dsp:sp>
    <dsp:sp modelId="{E65F3F1F-F875-4748-B67F-2E1FFB57A48D}">
      <dsp:nvSpPr>
        <dsp:cNvPr id="0" name=""/>
        <dsp:cNvSpPr/>
      </dsp:nvSpPr>
      <dsp:spPr>
        <a:xfrm>
          <a:off x="6760817" y="3243805"/>
          <a:ext cx="1522761" cy="7613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Communications Unit </a:t>
          </a:r>
          <a:r>
            <a:rPr lang="en-US" sz="1500" b="1" kern="1200" dirty="0"/>
            <a:t>(S6)</a:t>
          </a:r>
        </a:p>
      </dsp:txBody>
      <dsp:txXfrm>
        <a:off x="6760817" y="3243805"/>
        <a:ext cx="1522761" cy="761380"/>
      </dsp:txXfrm>
    </dsp:sp>
    <dsp:sp modelId="{B3E96EB0-DA61-4C7F-9184-DBCB3FA9BFE3}">
      <dsp:nvSpPr>
        <dsp:cNvPr id="0" name=""/>
        <dsp:cNvSpPr/>
      </dsp:nvSpPr>
      <dsp:spPr>
        <a:xfrm>
          <a:off x="6760817" y="4324966"/>
          <a:ext cx="1522761" cy="7613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Medical Unit</a:t>
          </a:r>
        </a:p>
      </dsp:txBody>
      <dsp:txXfrm>
        <a:off x="6760817" y="4324966"/>
        <a:ext cx="1522761" cy="761380"/>
      </dsp:txXfrm>
    </dsp:sp>
    <dsp:sp modelId="{843C997F-481D-4EEB-AAAA-72AD5E413CEE}">
      <dsp:nvSpPr>
        <dsp:cNvPr id="0" name=""/>
        <dsp:cNvSpPr/>
      </dsp:nvSpPr>
      <dsp:spPr>
        <a:xfrm>
          <a:off x="3616315" y="1081484"/>
          <a:ext cx="1522761" cy="7613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Public Information Office (PAO)</a:t>
          </a:r>
        </a:p>
      </dsp:txBody>
      <dsp:txXfrm>
        <a:off x="3616315" y="1081484"/>
        <a:ext cx="1522761" cy="761380"/>
      </dsp:txXfrm>
    </dsp:sp>
    <dsp:sp modelId="{FE388A69-5992-4AE3-8A79-9468CA42AD7B}">
      <dsp:nvSpPr>
        <dsp:cNvPr id="0" name=""/>
        <dsp:cNvSpPr/>
      </dsp:nvSpPr>
      <dsp:spPr>
        <a:xfrm>
          <a:off x="5458856" y="1081484"/>
          <a:ext cx="1522761" cy="7613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Liaison Section (LNO)</a:t>
          </a:r>
        </a:p>
      </dsp:txBody>
      <dsp:txXfrm>
        <a:off x="5458856" y="1081484"/>
        <a:ext cx="1522761" cy="761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32CD8-7A5A-F1A1-C383-0D635D37D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D82E4F-288F-9BD1-6623-97FD4FCD4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1A8E5-FFB7-E9A7-6ADB-43269EF52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03D1-1089-4285-AADD-D2DFD91A588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7701-641C-FAF6-3F3F-DBA6D276D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F4F22-31A5-DAFF-0377-27D2213E4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5379-D93D-40F4-83DB-491CC1B0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08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C9511-2ED0-50AE-8047-CB6B9B3CC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2D588-C759-B7CA-6830-EBF2DCF93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6D855-CA92-A50D-488D-BC9B79911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03D1-1089-4285-AADD-D2DFD91A588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82F79-BA9A-EF59-CCEB-2CD20EC78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BE2EC-D07B-BC5F-3D78-9059F37AB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5379-D93D-40F4-83DB-491CC1B0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683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AB6B-75B1-E317-9523-1BF700F14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53DBB-D5A0-C05F-5565-975111436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97F32-4C2D-D688-0BAA-E2333896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03D1-1089-4285-AADD-D2DFD91A588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D04EA-0F4C-D9BA-5A17-9D98ED1FD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AD36C-5E02-1E20-7629-38827077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5379-D93D-40F4-83DB-491CC1B0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63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701B3-5D83-5E14-AF91-2BF5CD4ED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C63E4-E606-06EE-9542-5716B26CC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2D331-F674-240D-30FA-0D44F49E3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F0661-74C3-A52D-4540-998B65B6C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03D1-1089-4285-AADD-D2DFD91A588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ECDE7-2CFC-267E-06B0-8BB38D557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9B318-FD35-075E-E617-B8223F60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5379-D93D-40F4-83DB-491CC1B0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581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50F6-6575-C3A4-0501-5800B55E1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C4DF3-319A-D0B7-DF74-9248FFE3A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65DEA-0CB6-5184-A851-8F1E249B8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251C9D-2862-1B6A-8471-982EB5CF7C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E4D42A-BAA0-CDC8-2EE2-82A7A9F206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544DD-89AF-35A6-BDFE-ED819F6BA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03D1-1089-4285-AADD-D2DFD91A588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F3856-105F-3AB1-1143-8B5A3B582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BBA80D-BB45-F1CB-C661-4A23E9A46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5379-D93D-40F4-83DB-491CC1B0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00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41D25-6126-A17E-8EB8-A52A81DC4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C17655-7D0D-8AA4-FF11-244F855D9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03D1-1089-4285-AADD-D2DFD91A588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CAD57E-3DC4-D8A0-EBEE-F4ECC43D7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A13CC-8EE0-03A3-FED2-C3E36EF2B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5379-D93D-40F4-83DB-491CC1B0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2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0471CA-BE74-9275-8AAF-E3A0553EE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03D1-1089-4285-AADD-D2DFD91A588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5C9B05-7450-3AE4-0221-9DF0AA490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24993-A073-E728-630F-8C8EBC954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5379-D93D-40F4-83DB-491CC1B0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86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7E59C-CFC4-2A4E-9BDA-6D7A40010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A5B54-8A7A-07FF-8922-14EEBC702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9BE429-4569-345B-075F-A880C88FA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AEC86-95B3-5251-05BE-9FEA9D4BB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03D1-1089-4285-AADD-D2DFD91A588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986CA-BC04-FDB0-670A-56962F054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22B7F-568E-6CB8-BB3A-F632B4FF5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5379-D93D-40F4-83DB-491CC1B0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71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C133D-1457-5256-AB2F-F0C8BC972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3488DD-0102-2FA1-6FE2-FC2983E03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BAF2F-8CF1-B918-D70D-A3B98B21F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79620-469D-1D5C-BD0F-81CB5B0A1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03D1-1089-4285-AADD-D2DFD91A588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8E38D-317E-1294-D6F0-BFCD9CA6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ED47D-D674-DEC7-DDC3-D1C3BED54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5379-D93D-40F4-83DB-491CC1B0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7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CB210-61DA-7034-A579-29A8B8AD5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7429A-AF04-C3B9-A76D-2A746348E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D5DF7-DCE8-9898-B4B5-9C55EF2F7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03D1-1089-4285-AADD-D2DFD91A588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BF899-6C4D-C849-AFD6-0F7BFE3A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4FBB0-BE79-6935-B9F0-FD9AA8A50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5379-D93D-40F4-83DB-491CC1B0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255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2CDB26-64E6-D6AB-C120-D02D6DE37E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57C54-4C35-70CD-390A-92FF26DDF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57B37-14D5-6DEC-0707-F3F3D7593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003D1-1089-4285-AADD-D2DFD91A588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26503-681E-A0B2-B4EC-D89FF9142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F938A-F73C-EF72-6765-6C5CFF28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5379-D93D-40F4-83DB-491CC1B0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53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E45A8E-D21C-B8F5-7115-340C0F904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6BC45-6EE9-6435-D344-0DEA915B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F990F-74CF-BC09-FF91-59137C8D8F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3003D1-1089-4285-AADD-D2DFD91A588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B0B5D-9B35-E457-1EC0-0DCEE8CE5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6352E-9207-E551-73A0-9FA67661F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C5379-D93D-40F4-83DB-491CC1B0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09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2368CC9-007C-83C6-84F6-C4139D5B18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8826771"/>
              </p:ext>
            </p:extLst>
          </p:nvPr>
        </p:nvGraphicFramePr>
        <p:xfrm>
          <a:off x="617366" y="396046"/>
          <a:ext cx="10978624" cy="6167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75E9B8A2-9324-3343-1D09-40085F9ED298}"/>
              </a:ext>
            </a:extLst>
          </p:cNvPr>
          <p:cNvSpPr/>
          <p:nvPr/>
        </p:nvSpPr>
        <p:spPr>
          <a:xfrm>
            <a:off x="9469867" y="1326776"/>
            <a:ext cx="2242607" cy="531128"/>
          </a:xfrm>
          <a:prstGeom prst="wedgeRoundRectCallout">
            <a:avLst>
              <a:gd name="adj1" fmla="val -197074"/>
              <a:gd name="adj2" fmla="val 21691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planning services for the incident.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403BEAF6-AF0F-1747-EAEE-3719F9F361FF}"/>
              </a:ext>
            </a:extLst>
          </p:cNvPr>
          <p:cNvSpPr/>
          <p:nvPr/>
        </p:nvSpPr>
        <p:spPr>
          <a:xfrm>
            <a:off x="320331" y="3753224"/>
            <a:ext cx="2382099" cy="767408"/>
          </a:xfrm>
          <a:prstGeom prst="wedgeRoundRectCallout">
            <a:avLst>
              <a:gd name="adj1" fmla="val 95067"/>
              <a:gd name="adj2" fmla="val 11665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overseeing air operations during incidents, ensuring the safe and efficient use of aviation resources.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90C49401-187A-DE57-27F5-D2458A6F877E}"/>
              </a:ext>
            </a:extLst>
          </p:cNvPr>
          <p:cNvSpPr/>
          <p:nvPr/>
        </p:nvSpPr>
        <p:spPr>
          <a:xfrm>
            <a:off x="9469867" y="2451827"/>
            <a:ext cx="2242607" cy="629177"/>
          </a:xfrm>
          <a:prstGeom prst="wedgeRoundRectCallout">
            <a:avLst>
              <a:gd name="adj1" fmla="val -101729"/>
              <a:gd name="adj2" fmla="val 2080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all incident support needs with the exception of logistics support to air operations.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F855AF38-6EA6-AF6A-011A-CCA4B0B99BB9}"/>
              </a:ext>
            </a:extLst>
          </p:cNvPr>
          <p:cNvSpPr/>
          <p:nvPr/>
        </p:nvSpPr>
        <p:spPr>
          <a:xfrm>
            <a:off x="320331" y="2114167"/>
            <a:ext cx="2382099" cy="531128"/>
          </a:xfrm>
          <a:prstGeom prst="wedgeRoundRectCallout">
            <a:avLst>
              <a:gd name="adj1" fmla="val 83373"/>
              <a:gd name="adj2" fmla="val 7858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all tactical operations at an </a:t>
            </a:r>
          </a:p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incident.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07D13358-5835-24C3-20FB-A98DB22B78FE}"/>
              </a:ext>
            </a:extLst>
          </p:cNvPr>
          <p:cNvSpPr/>
          <p:nvPr/>
        </p:nvSpPr>
        <p:spPr>
          <a:xfrm>
            <a:off x="9469868" y="5580381"/>
            <a:ext cx="2242604" cy="983498"/>
          </a:xfrm>
          <a:prstGeom prst="wedgeRoundRectCallout">
            <a:avLst>
              <a:gd name="adj1" fmla="val -188701"/>
              <a:gd name="adj2" fmla="val -6834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Oversees the collection, analysis, and dissemination of incident information, reporting to the Planning Section Chief and managing personnel to support incident planning and response.</a:t>
            </a:r>
            <a:endParaRPr 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63B90FE7-1B91-0F73-6B34-93BF4E610F8C}"/>
              </a:ext>
            </a:extLst>
          </p:cNvPr>
          <p:cNvSpPr/>
          <p:nvPr/>
        </p:nvSpPr>
        <p:spPr>
          <a:xfrm>
            <a:off x="9469870" y="3586435"/>
            <a:ext cx="2242604" cy="700011"/>
          </a:xfrm>
          <a:prstGeom prst="wedgeRoundRectCallout">
            <a:avLst>
              <a:gd name="adj1" fmla="val -88446"/>
              <a:gd name="adj2" fmla="val 2163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effective operational support  to facilitate collaboration and coordination among units and stakeholders.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5596BA86-5D15-E817-DCF3-F4CE734F52FD}"/>
              </a:ext>
            </a:extLst>
          </p:cNvPr>
          <p:cNvSpPr/>
          <p:nvPr/>
        </p:nvSpPr>
        <p:spPr>
          <a:xfrm>
            <a:off x="9469870" y="4445772"/>
            <a:ext cx="2242604" cy="906671"/>
          </a:xfrm>
          <a:prstGeom prst="wedgeRoundRectCallout">
            <a:avLst>
              <a:gd name="adj1" fmla="val -188701"/>
              <a:gd name="adj2" fmla="val -6834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Tracks personnel and resources assigned to an incident, maintains resource status information, and supports planning activities throughout incident operations.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2EEBF914-791E-E87C-C4DB-21E0B3C40E45}"/>
              </a:ext>
            </a:extLst>
          </p:cNvPr>
          <p:cNvSpPr/>
          <p:nvPr/>
        </p:nvSpPr>
        <p:spPr>
          <a:xfrm>
            <a:off x="320331" y="2844243"/>
            <a:ext cx="2382100" cy="767408"/>
          </a:xfrm>
          <a:prstGeom prst="wedgeRoundRectCallout">
            <a:avLst>
              <a:gd name="adj1" fmla="val 101913"/>
              <a:gd name="adj2" fmla="val 114382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Oversees all activities within a staging area, ensuring efficient organization and readiness of resources awaiting tactical assignments during emergency incidents.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7EA94B76-30CE-15FB-1E09-03282F998228}"/>
              </a:ext>
            </a:extLst>
          </p:cNvPr>
          <p:cNvSpPr/>
          <p:nvPr/>
        </p:nvSpPr>
        <p:spPr>
          <a:xfrm>
            <a:off x="320331" y="1218000"/>
            <a:ext cx="2382099" cy="843767"/>
          </a:xfrm>
          <a:prstGeom prst="wedgeRoundRectCallout">
            <a:avLst>
              <a:gd name="adj1" fmla="val 123960"/>
              <a:gd name="adj2" fmla="val 1280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communicating critical information to the public and media during emergencies, ensuring timely and accurate dissemination of information.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AFB7F847-11D8-20D1-0EE9-80D2C73BDEFC}"/>
              </a:ext>
            </a:extLst>
          </p:cNvPr>
          <p:cNvSpPr/>
          <p:nvPr/>
        </p:nvSpPr>
        <p:spPr>
          <a:xfrm>
            <a:off x="9469867" y="467289"/>
            <a:ext cx="2242607" cy="531128"/>
          </a:xfrm>
          <a:prstGeom prst="wedgeRoundRectCallout">
            <a:avLst>
              <a:gd name="adj1" fmla="val -145300"/>
              <a:gd name="adj2" fmla="val 22240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 the POC for assisting cooperating </a:t>
            </a: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gency representatives</a:t>
            </a:r>
            <a:endParaRPr 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1EDDAB45-2BE6-3F2D-A882-3FD6D01D8708}"/>
              </a:ext>
            </a:extLst>
          </p:cNvPr>
          <p:cNvSpPr/>
          <p:nvPr/>
        </p:nvSpPr>
        <p:spPr>
          <a:xfrm>
            <a:off x="320330" y="5201013"/>
            <a:ext cx="2382099" cy="724945"/>
          </a:xfrm>
          <a:prstGeom prst="wedgeRoundRectCallout">
            <a:avLst>
              <a:gd name="adj1" fmla="val 98734"/>
              <a:gd name="adj2" fmla="val 5158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 for a wide range of duties to ensure the safety and security of personnel, facilities, and resources.</a:t>
            </a:r>
          </a:p>
        </p:txBody>
      </p:sp>
    </p:spTree>
    <p:extLst>
      <p:ext uri="{BB962C8B-B14F-4D97-AF65-F5344CB8AC3E}">
        <p14:creationId xmlns:p14="http://schemas.microsoft.com/office/powerpoint/2010/main" val="1642965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244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Sheaf</dc:creator>
  <cp:lastModifiedBy>John Sheaf</cp:lastModifiedBy>
  <cp:revision>4</cp:revision>
  <dcterms:created xsi:type="dcterms:W3CDTF">2026-04-07T20:39:43Z</dcterms:created>
  <dcterms:modified xsi:type="dcterms:W3CDTF">2026-04-08T02:08:49Z</dcterms:modified>
</cp:coreProperties>
</file>