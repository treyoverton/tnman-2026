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48" autoAdjust="0"/>
    <p:restoredTop sz="94660"/>
  </p:normalViewPr>
  <p:slideViewPr>
    <p:cSldViewPr snapToGrid="0" showGuides="1">
      <p:cViewPr>
        <p:scale>
          <a:sx n="70" d="100"/>
          <a:sy n="70" d="100"/>
        </p:scale>
        <p:origin x="1080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3A962-1FD4-4C83-A809-27EA9E9230E6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7E2A4-0E6A-4520-B56D-B590CEF40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8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6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8BCA-C7A3-26DE-DC89-D774DDAA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3AF6A-FA38-1BE2-A91F-0CB148C1C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3EE35-3C6B-2EF3-E490-80E9D1C28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3347D-1682-8C06-6AF3-16CE85E79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1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29CC-D203-0964-3AFC-C614B5D8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306D0-7B2B-7437-9254-D2D89C441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1A9FC-72BA-3064-883A-24804122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92B83-C9DA-2767-4432-919B022D8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3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226A-814D-7486-F068-0B86ED2A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D77E6-3736-D62F-4CBD-FEEB98110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FC2A-C30C-2BC0-2D78-5D2EF284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793C-4111-4C48-23F2-CBD900D0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B7291-CBFC-BFEE-7B90-679A2184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4D3E-14C4-B602-AD55-C97E09F9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9EFF-0F3E-AE92-FC2C-4AD300FA3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7CCA-3F37-E7AE-22F0-86458AA6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D9FF-0409-2BEF-E5EA-428FA38E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6A04-24C7-D0BB-CE46-FFFEBF5D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3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C976-8887-FE5C-8707-7C8C9A8D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FEC9-E5F3-F69E-6E9F-3AAA5E99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B4EE-C2E8-BEDC-625F-BC41E87B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FBE8-487A-83EC-D59A-B40E86CE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FD17-176D-6BEE-D742-B87DDCA5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9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68A0-79AE-81AD-9828-596179C8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2A48-8E51-280F-7DAA-3D0A66FAB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A75E3-20EE-5952-4D92-8E8231DA8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E7B-FBF0-CE93-7446-7C329B6C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E32A0-FDA9-83E6-A7E6-588B799B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FBCF-C04D-F526-8D55-325E7957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9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0696-5223-D596-9DDA-8625D42E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1516-41CA-3C53-E51B-6F53EBF6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8FCCB-2C82-75BF-585D-C69AF0256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3106B-CC32-C55E-466C-18E58896A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D986C-167A-0C86-DE51-B854D3A1C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A7585-047A-B55D-1A9A-53797861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CB950-A60B-3D70-0F6B-B2E5A523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77801-DDEC-9E18-C097-2A2D24AF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4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434D-90EE-DD11-7F12-F2889105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FA345-5066-56F6-B8ED-71A2DEFC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EA74B-BF5B-D6A8-1F38-B1410F0D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DBD1-881D-CDD0-B3BB-93D45CCE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6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F10B0-33C3-A387-9389-9C3F6AF3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A8795-D4A7-CC2C-138B-EC5CD34A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A5512-0D2C-1DEC-5F44-E39CFF4C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CF7B-BA49-B02B-A761-A864298C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7255-5C3C-F872-B142-6DC53C318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487E-5FE3-99C4-EF56-715799E7D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01C79-9FBB-68E4-9E81-2B42C253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5B258-30BB-55B7-A08E-F0DA6C3F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2398E-DDC8-7484-26CE-EA742A90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4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97D3-E47C-FE3B-7DAB-B9A27529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7D9DF-670C-74D6-4DBC-3B38577E0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3521A-BC5F-393B-ADC7-A96057A31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5F59E-37C0-7800-7920-554E157E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1A0CE-4455-BFA8-D1DC-4A47D5A9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FA00-58C4-035C-B1F2-B2369B3B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4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4E65-E7BB-FAC8-884B-D7FD488F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FDFEA-E614-0BA7-DB49-BFB78B6ED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92A6-4E45-2D75-5315-3395043E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09027-3D70-A13E-503D-95DE0B98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B262-D9DD-39C6-5109-1A4B6A96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7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41E8DB-C8AE-1F9A-BB11-0B27A2254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74C4F-0096-1503-76C4-0DF562ACE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8BE3-0F97-AA2E-C58E-6707C169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15BD-90D2-2EAD-1CBD-A1756613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399B-D8FD-6D94-AD2F-D3DA028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A74D6-9A8C-02CD-13BB-EE8CC38F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4CB99-0D02-0ECD-0FF4-041B0339A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A50FE-3292-1F3B-4122-8F7A295CD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92E4A-9BBD-4BA9-88BA-F92D78D6CF9B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8E79-86CF-2F12-D63F-BEB11D487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690B1-F7EC-675C-4D6E-B85F15025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4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A5A00-4F26-EEFE-5B51-14CD6C527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C9B42-6455-8BB8-EA66-244250DB56E6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7B865-00EF-C83E-B450-B5EA2C7BDD8A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23CFFB-EB12-A936-AED4-172FD678A409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BD607BA6-B953-4D9F-7CDF-120A987E7620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DBE0D06-D262-6DA1-F8A9-2CBE16418827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D8C2BAF4-2175-D0A0-641B-CAEDD0AC435B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C99071A6-0CE7-43A7-3FE8-95FAE35DAA92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A5059BD5-17D4-F2B0-9C24-874A53DF2349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17" name="Heptagon 16">
            <a:extLst>
              <a:ext uri="{FF2B5EF4-FFF2-40B4-BE49-F238E27FC236}">
                <a16:creationId xmlns:a16="http://schemas.microsoft.com/office/drawing/2014/main" id="{98E61DA1-15F3-3C69-5630-062958B766B4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:a16="http://schemas.microsoft.com/office/drawing/2014/main" id="{E5D842D6-D8D3-2CA6-EB60-A609533A6AC7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03E453-12CE-3D5C-21D2-248C0048F228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CC5445-BB8B-E302-B525-D1385433E1D9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D8E54A-FAFF-C9BE-CC7D-1403A0AFD6B2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BFD76-D71C-FE6B-BBBB-DA7402269539}"/>
              </a:ext>
            </a:extLst>
          </p:cNvPr>
          <p:cNvSpPr txBox="1"/>
          <p:nvPr/>
        </p:nvSpPr>
        <p:spPr>
          <a:xfrm>
            <a:off x="10237619" y="0"/>
            <a:ext cx="1954381" cy="16158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3001 – ICP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3002 – Main Gate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3003 – Critical Infrastructure – 1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3004 – Railway / Pipeline Access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3005 – Critical Infrastructure – 2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3006 – Railway / ASP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3007 – Waterway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3008 – Bridge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3009 – Railway Switch /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3010 – US-11W</a:t>
            </a:r>
          </a:p>
        </p:txBody>
      </p:sp>
    </p:spTree>
    <p:extLst>
      <p:ext uri="{BB962C8B-B14F-4D97-AF65-F5344CB8AC3E}">
        <p14:creationId xmlns:p14="http://schemas.microsoft.com/office/powerpoint/2010/main" val="330803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19F1-CB7A-FE32-F509-036E5E84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12BD4-0E05-24A5-7FB4-8833C85F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A1092F-8369-B137-872E-3CD509A2D5C5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ABC91-E28F-DDB1-349E-C7FB2D088756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EA2B583-955A-C99D-0481-7BBA85976779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AF97214C-FFF5-467F-4068-657E1287E0C4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38E560-3D80-2A6D-E5D3-7085A4FB18D9}"/>
              </a:ext>
            </a:extLst>
          </p:cNvPr>
          <p:cNvSpPr/>
          <p:nvPr/>
        </p:nvSpPr>
        <p:spPr>
          <a:xfrm>
            <a:off x="1217428" y="33702"/>
            <a:ext cx="10483702" cy="6658422"/>
          </a:xfrm>
          <a:custGeom>
            <a:avLst/>
            <a:gdLst>
              <a:gd name="csX0" fmla="*/ 37214 w 10483702"/>
              <a:gd name="csY0" fmla="*/ 3203912 h 6658422"/>
              <a:gd name="csX1" fmla="*/ 53163 w 10483702"/>
              <a:gd name="csY1" fmla="*/ 3230493 h 6658422"/>
              <a:gd name="csX2" fmla="*/ 69112 w 10483702"/>
              <a:gd name="csY2" fmla="*/ 3246442 h 6658422"/>
              <a:gd name="csX3" fmla="*/ 90377 w 10483702"/>
              <a:gd name="csY3" fmla="*/ 3294289 h 6658422"/>
              <a:gd name="csX4" fmla="*/ 111642 w 10483702"/>
              <a:gd name="csY4" fmla="*/ 3352768 h 6658422"/>
              <a:gd name="csX5" fmla="*/ 154172 w 10483702"/>
              <a:gd name="csY5" fmla="*/ 3368717 h 6658422"/>
              <a:gd name="csX6" fmla="*/ 170121 w 10483702"/>
              <a:gd name="csY6" fmla="*/ 3384665 h 6658422"/>
              <a:gd name="csX7" fmla="*/ 159488 w 10483702"/>
              <a:gd name="csY7" fmla="*/ 3448461 h 6658422"/>
              <a:gd name="csX8" fmla="*/ 138223 w 10483702"/>
              <a:gd name="csY8" fmla="*/ 3506940 h 6658422"/>
              <a:gd name="csX9" fmla="*/ 122274 w 10483702"/>
              <a:gd name="csY9" fmla="*/ 3544154 h 6658422"/>
              <a:gd name="csX10" fmla="*/ 101009 w 10483702"/>
              <a:gd name="csY10" fmla="*/ 3592000 h 6658422"/>
              <a:gd name="csX11" fmla="*/ 85060 w 10483702"/>
              <a:gd name="csY11" fmla="*/ 3655796 h 6658422"/>
              <a:gd name="csX12" fmla="*/ 69112 w 10483702"/>
              <a:gd name="csY12" fmla="*/ 3693010 h 6658422"/>
              <a:gd name="csX13" fmla="*/ 58479 w 10483702"/>
              <a:gd name="csY13" fmla="*/ 3714275 h 6658422"/>
              <a:gd name="csX14" fmla="*/ 47846 w 10483702"/>
              <a:gd name="csY14" fmla="*/ 3740856 h 6658422"/>
              <a:gd name="csX15" fmla="*/ 42530 w 10483702"/>
              <a:gd name="csY15" fmla="*/ 3783386 h 6658422"/>
              <a:gd name="csX16" fmla="*/ 26581 w 10483702"/>
              <a:gd name="csY16" fmla="*/ 3794019 h 6658422"/>
              <a:gd name="csX17" fmla="*/ 21265 w 10483702"/>
              <a:gd name="csY17" fmla="*/ 3815284 h 6658422"/>
              <a:gd name="csX18" fmla="*/ 10632 w 10483702"/>
              <a:gd name="csY18" fmla="*/ 3900345 h 6658422"/>
              <a:gd name="csX19" fmla="*/ 5316 w 10483702"/>
              <a:gd name="csY19" fmla="*/ 3921610 h 6658422"/>
              <a:gd name="csX20" fmla="*/ 0 w 10483702"/>
              <a:gd name="csY20" fmla="*/ 3948191 h 6658422"/>
              <a:gd name="csX21" fmla="*/ 5316 w 10483702"/>
              <a:gd name="csY21" fmla="*/ 4315014 h 6658422"/>
              <a:gd name="csX22" fmla="*/ 21265 w 10483702"/>
              <a:gd name="csY22" fmla="*/ 4442605 h 6658422"/>
              <a:gd name="csX23" fmla="*/ 53163 w 10483702"/>
              <a:gd name="csY23" fmla="*/ 4506400 h 6658422"/>
              <a:gd name="csX24" fmla="*/ 170121 w 10483702"/>
              <a:gd name="csY24" fmla="*/ 4538298 h 6658422"/>
              <a:gd name="csX25" fmla="*/ 664535 w 10483702"/>
              <a:gd name="csY25" fmla="*/ 4543614 h 6658422"/>
              <a:gd name="csX26" fmla="*/ 728330 w 10483702"/>
              <a:gd name="csY26" fmla="*/ 4554247 h 6658422"/>
              <a:gd name="csX27" fmla="*/ 770860 w 10483702"/>
              <a:gd name="csY27" fmla="*/ 4580828 h 6658422"/>
              <a:gd name="csX28" fmla="*/ 781493 w 10483702"/>
              <a:gd name="csY28" fmla="*/ 4596777 h 6658422"/>
              <a:gd name="csX29" fmla="*/ 802758 w 10483702"/>
              <a:gd name="csY29" fmla="*/ 4618042 h 6658422"/>
              <a:gd name="csX30" fmla="*/ 813391 w 10483702"/>
              <a:gd name="csY30" fmla="*/ 4655256 h 6658422"/>
              <a:gd name="csX31" fmla="*/ 893135 w 10483702"/>
              <a:gd name="csY31" fmla="*/ 4761582 h 6658422"/>
              <a:gd name="csX32" fmla="*/ 956930 w 10483702"/>
              <a:gd name="csY32" fmla="*/ 4814745 h 6658422"/>
              <a:gd name="csX33" fmla="*/ 1036674 w 10483702"/>
              <a:gd name="csY33" fmla="*/ 4883856 h 6658422"/>
              <a:gd name="csX34" fmla="*/ 1089837 w 10483702"/>
              <a:gd name="csY34" fmla="*/ 5016763 h 6658422"/>
              <a:gd name="csX35" fmla="*/ 1127051 w 10483702"/>
              <a:gd name="csY35" fmla="*/ 5096507 h 6658422"/>
              <a:gd name="csX36" fmla="*/ 1137684 w 10483702"/>
              <a:gd name="csY36" fmla="*/ 5112456 h 6658422"/>
              <a:gd name="csX37" fmla="*/ 1164265 w 10483702"/>
              <a:gd name="csY37" fmla="*/ 5117772 h 6658422"/>
              <a:gd name="csX38" fmla="*/ 1350335 w 10483702"/>
              <a:gd name="csY38" fmla="*/ 5213465 h 6658422"/>
              <a:gd name="csX39" fmla="*/ 1387549 w 10483702"/>
              <a:gd name="csY39" fmla="*/ 5234731 h 6658422"/>
              <a:gd name="csX40" fmla="*/ 1398181 w 10483702"/>
              <a:gd name="csY40" fmla="*/ 5277261 h 6658422"/>
              <a:gd name="csX41" fmla="*/ 1414130 w 10483702"/>
              <a:gd name="csY41" fmla="*/ 5325107 h 6658422"/>
              <a:gd name="csX42" fmla="*/ 1451344 w 10483702"/>
              <a:gd name="csY42" fmla="*/ 5367638 h 6658422"/>
              <a:gd name="csX43" fmla="*/ 1499191 w 10483702"/>
              <a:gd name="csY43" fmla="*/ 5442065 h 6658422"/>
              <a:gd name="csX44" fmla="*/ 1562986 w 10483702"/>
              <a:gd name="csY44" fmla="*/ 5505861 h 6658422"/>
              <a:gd name="csX45" fmla="*/ 1605516 w 10483702"/>
              <a:gd name="csY45" fmla="*/ 5543075 h 6658422"/>
              <a:gd name="csX46" fmla="*/ 1648046 w 10483702"/>
              <a:gd name="csY46" fmla="*/ 5590921 h 6658422"/>
              <a:gd name="csX47" fmla="*/ 1717158 w 10483702"/>
              <a:gd name="csY47" fmla="*/ 5633451 h 6658422"/>
              <a:gd name="csX48" fmla="*/ 1818167 w 10483702"/>
              <a:gd name="csY48" fmla="*/ 5691931 h 6658422"/>
              <a:gd name="csX49" fmla="*/ 1903228 w 10483702"/>
              <a:gd name="csY49" fmla="*/ 5750410 h 6658422"/>
              <a:gd name="csX50" fmla="*/ 1951074 w 10483702"/>
              <a:gd name="csY50" fmla="*/ 5787624 h 6658422"/>
              <a:gd name="csX51" fmla="*/ 1982972 w 10483702"/>
              <a:gd name="csY51" fmla="*/ 5803572 h 6658422"/>
              <a:gd name="csX52" fmla="*/ 2147777 w 10483702"/>
              <a:gd name="csY52" fmla="*/ 5904582 h 6658422"/>
              <a:gd name="csX53" fmla="*/ 2174358 w 10483702"/>
              <a:gd name="csY53" fmla="*/ 5909898 h 6658422"/>
              <a:gd name="csX54" fmla="*/ 2190307 w 10483702"/>
              <a:gd name="csY54" fmla="*/ 5915214 h 6658422"/>
              <a:gd name="csX55" fmla="*/ 2238153 w 10483702"/>
              <a:gd name="csY55" fmla="*/ 5925847 h 6658422"/>
              <a:gd name="csX56" fmla="*/ 2429539 w 10483702"/>
              <a:gd name="csY56" fmla="*/ 5973693 h 6658422"/>
              <a:gd name="csX57" fmla="*/ 2716619 w 10483702"/>
              <a:gd name="csY57" fmla="*/ 5979010 h 6658422"/>
              <a:gd name="csX58" fmla="*/ 2796363 w 10483702"/>
              <a:gd name="csY58" fmla="*/ 6000275 h 6658422"/>
              <a:gd name="csX59" fmla="*/ 2886739 w 10483702"/>
              <a:gd name="csY59" fmla="*/ 6032172 h 6658422"/>
              <a:gd name="csX60" fmla="*/ 2939902 w 10483702"/>
              <a:gd name="csY60" fmla="*/ 6037489 h 6658422"/>
              <a:gd name="csX61" fmla="*/ 3253563 w 10483702"/>
              <a:gd name="csY61" fmla="*/ 6127865 h 6658422"/>
              <a:gd name="csX62" fmla="*/ 3397102 w 10483702"/>
              <a:gd name="csY62" fmla="*/ 6159763 h 6658422"/>
              <a:gd name="csX63" fmla="*/ 3524693 w 10483702"/>
              <a:gd name="csY63" fmla="*/ 6186345 h 6658422"/>
              <a:gd name="csX64" fmla="*/ 3556591 w 10483702"/>
              <a:gd name="csY64" fmla="*/ 6202293 h 6658422"/>
              <a:gd name="csX65" fmla="*/ 3646967 w 10483702"/>
              <a:gd name="csY65" fmla="*/ 6228875 h 6658422"/>
              <a:gd name="csX66" fmla="*/ 3811772 w 10483702"/>
              <a:gd name="csY66" fmla="*/ 6287354 h 6658422"/>
              <a:gd name="csX67" fmla="*/ 3891516 w 10483702"/>
              <a:gd name="csY67" fmla="*/ 6313935 h 6658422"/>
              <a:gd name="csX68" fmla="*/ 4141381 w 10483702"/>
              <a:gd name="csY68" fmla="*/ 6425577 h 6658422"/>
              <a:gd name="csX69" fmla="*/ 4279605 w 10483702"/>
              <a:gd name="csY69" fmla="*/ 6468107 h 6658422"/>
              <a:gd name="csX70" fmla="*/ 4433777 w 10483702"/>
              <a:gd name="csY70" fmla="*/ 6510638 h 6658422"/>
              <a:gd name="csX71" fmla="*/ 4497572 w 10483702"/>
              <a:gd name="csY71" fmla="*/ 6521270 h 6658422"/>
              <a:gd name="csX72" fmla="*/ 4518837 w 10483702"/>
              <a:gd name="csY72" fmla="*/ 6531903 h 6658422"/>
              <a:gd name="csX73" fmla="*/ 4619846 w 10483702"/>
              <a:gd name="csY73" fmla="*/ 6627596 h 6658422"/>
              <a:gd name="csX74" fmla="*/ 4720856 w 10483702"/>
              <a:gd name="csY74" fmla="*/ 6622279 h 6658422"/>
              <a:gd name="csX75" fmla="*/ 5018567 w 10483702"/>
              <a:gd name="csY75" fmla="*/ 6638228 h 6658422"/>
              <a:gd name="csX76" fmla="*/ 5071730 w 10483702"/>
              <a:gd name="csY76" fmla="*/ 6632912 h 6658422"/>
              <a:gd name="csX77" fmla="*/ 5140842 w 10483702"/>
              <a:gd name="csY77" fmla="*/ 6616963 h 6658422"/>
              <a:gd name="csX78" fmla="*/ 5167423 w 10483702"/>
              <a:gd name="csY78" fmla="*/ 6611647 h 6658422"/>
              <a:gd name="csX79" fmla="*/ 5342860 w 10483702"/>
              <a:gd name="csY79" fmla="*/ 6632912 h 6658422"/>
              <a:gd name="csX80" fmla="*/ 5396023 w 10483702"/>
              <a:gd name="csY80" fmla="*/ 6638228 h 6658422"/>
              <a:gd name="csX81" fmla="*/ 5715000 w 10483702"/>
              <a:gd name="csY81" fmla="*/ 6632912 h 6658422"/>
              <a:gd name="csX82" fmla="*/ 6012712 w 10483702"/>
              <a:gd name="csY82" fmla="*/ 6638228 h 6658422"/>
              <a:gd name="csX83" fmla="*/ 6916479 w 10483702"/>
              <a:gd name="csY83" fmla="*/ 6627596 h 6658422"/>
              <a:gd name="csX84" fmla="*/ 6959009 w 10483702"/>
              <a:gd name="csY84" fmla="*/ 6606331 h 6658422"/>
              <a:gd name="csX85" fmla="*/ 7075967 w 10483702"/>
              <a:gd name="csY85" fmla="*/ 6563800 h 6658422"/>
              <a:gd name="csX86" fmla="*/ 7214191 w 10483702"/>
              <a:gd name="csY86" fmla="*/ 6542535 h 6658422"/>
              <a:gd name="csX87" fmla="*/ 7293935 w 10483702"/>
              <a:gd name="csY87" fmla="*/ 6521270 h 6658422"/>
              <a:gd name="csX88" fmla="*/ 7437474 w 10483702"/>
              <a:gd name="csY88" fmla="*/ 6505321 h 6658422"/>
              <a:gd name="csX89" fmla="*/ 7538484 w 10483702"/>
              <a:gd name="csY89" fmla="*/ 6457475 h 6658422"/>
              <a:gd name="csX90" fmla="*/ 7612912 w 10483702"/>
              <a:gd name="csY90" fmla="*/ 6430893 h 6658422"/>
              <a:gd name="csX91" fmla="*/ 7644809 w 10483702"/>
              <a:gd name="csY91" fmla="*/ 6420261 h 6658422"/>
              <a:gd name="csX92" fmla="*/ 7692656 w 10483702"/>
              <a:gd name="csY92" fmla="*/ 6414945 h 6658422"/>
              <a:gd name="csX93" fmla="*/ 7777716 w 10483702"/>
              <a:gd name="csY93" fmla="*/ 6398996 h 6658422"/>
              <a:gd name="csX94" fmla="*/ 8133907 w 10483702"/>
              <a:gd name="csY94" fmla="*/ 6383047 h 6658422"/>
              <a:gd name="csX95" fmla="*/ 8415670 w 10483702"/>
              <a:gd name="csY95" fmla="*/ 6250140 h 6658422"/>
              <a:gd name="csX96" fmla="*/ 8447567 w 10483702"/>
              <a:gd name="csY96" fmla="*/ 6223558 h 6658422"/>
              <a:gd name="csX97" fmla="*/ 8596423 w 10483702"/>
              <a:gd name="csY97" fmla="*/ 6234191 h 6658422"/>
              <a:gd name="csX98" fmla="*/ 8686800 w 10483702"/>
              <a:gd name="csY98" fmla="*/ 6228875 h 6658422"/>
              <a:gd name="csX99" fmla="*/ 8761228 w 10483702"/>
              <a:gd name="csY99" fmla="*/ 6202293 h 6658422"/>
              <a:gd name="csX100" fmla="*/ 8798442 w 10483702"/>
              <a:gd name="csY100" fmla="*/ 6181028 h 6658422"/>
              <a:gd name="csX101" fmla="*/ 8888819 w 10483702"/>
              <a:gd name="csY101" fmla="*/ 6165079 h 6658422"/>
              <a:gd name="csX102" fmla="*/ 8915400 w 10483702"/>
              <a:gd name="csY102" fmla="*/ 6154447 h 6658422"/>
              <a:gd name="csX103" fmla="*/ 9080205 w 10483702"/>
              <a:gd name="csY103" fmla="*/ 6117233 h 6658422"/>
              <a:gd name="csX104" fmla="*/ 9154632 w 10483702"/>
              <a:gd name="csY104" fmla="*/ 6074703 h 6658422"/>
              <a:gd name="csX105" fmla="*/ 9186530 w 10483702"/>
              <a:gd name="csY105" fmla="*/ 6064070 h 6658422"/>
              <a:gd name="csX106" fmla="*/ 9276907 w 10483702"/>
              <a:gd name="csY106" fmla="*/ 6042805 h 6658422"/>
              <a:gd name="csX107" fmla="*/ 9415130 w 10483702"/>
              <a:gd name="csY107" fmla="*/ 5984326 h 6658422"/>
              <a:gd name="csX108" fmla="*/ 9510823 w 10483702"/>
              <a:gd name="csY108" fmla="*/ 5952428 h 6658422"/>
              <a:gd name="csX109" fmla="*/ 9686260 w 10483702"/>
              <a:gd name="csY109" fmla="*/ 5835470 h 6658422"/>
              <a:gd name="csX110" fmla="*/ 10015870 w 10483702"/>
              <a:gd name="csY110" fmla="*/ 5660033 h 6658422"/>
              <a:gd name="csX111" fmla="*/ 10063716 w 10483702"/>
              <a:gd name="csY111" fmla="*/ 5580289 h 6658422"/>
              <a:gd name="csX112" fmla="*/ 10111563 w 10483702"/>
              <a:gd name="csY112" fmla="*/ 5468647 h 6658422"/>
              <a:gd name="csX113" fmla="*/ 10138144 w 10483702"/>
              <a:gd name="csY113" fmla="*/ 5447382 h 6658422"/>
              <a:gd name="csX114" fmla="*/ 10164725 w 10483702"/>
              <a:gd name="csY114" fmla="*/ 5415484 h 6658422"/>
              <a:gd name="csX115" fmla="*/ 10207256 w 10483702"/>
              <a:gd name="csY115" fmla="*/ 5351689 h 6658422"/>
              <a:gd name="csX116" fmla="*/ 10297632 w 10483702"/>
              <a:gd name="csY116" fmla="*/ 5192200 h 6658422"/>
              <a:gd name="csX117" fmla="*/ 10308265 w 10483702"/>
              <a:gd name="csY117" fmla="*/ 5133721 h 6658422"/>
              <a:gd name="csX118" fmla="*/ 10356112 w 10483702"/>
              <a:gd name="csY118" fmla="*/ 5032712 h 6658422"/>
              <a:gd name="csX119" fmla="*/ 10377377 w 10483702"/>
              <a:gd name="csY119" fmla="*/ 4984865 h 6658422"/>
              <a:gd name="csX120" fmla="*/ 10414591 w 10483702"/>
              <a:gd name="csY120" fmla="*/ 4830693 h 6658422"/>
              <a:gd name="csX121" fmla="*/ 10419907 w 10483702"/>
              <a:gd name="csY121" fmla="*/ 4804112 h 6658422"/>
              <a:gd name="csX122" fmla="*/ 10430539 w 10483702"/>
              <a:gd name="csY122" fmla="*/ 4772214 h 6658422"/>
              <a:gd name="csX123" fmla="*/ 10435856 w 10483702"/>
              <a:gd name="csY123" fmla="*/ 4708419 h 6658422"/>
              <a:gd name="csX124" fmla="*/ 10441172 w 10483702"/>
              <a:gd name="csY124" fmla="*/ 4687154 h 6658422"/>
              <a:gd name="csX125" fmla="*/ 10457121 w 10483702"/>
              <a:gd name="csY125" fmla="*/ 4532982 h 6658422"/>
              <a:gd name="csX126" fmla="*/ 10467753 w 10483702"/>
              <a:gd name="csY126" fmla="*/ 4501084 h 6658422"/>
              <a:gd name="csX127" fmla="*/ 10462437 w 10483702"/>
              <a:gd name="csY127" fmla="*/ 4288433 h 6658422"/>
              <a:gd name="csX128" fmla="*/ 10467753 w 10483702"/>
              <a:gd name="csY128" fmla="*/ 4235270 h 6658422"/>
              <a:gd name="csX129" fmla="*/ 10473070 w 10483702"/>
              <a:gd name="csY129" fmla="*/ 4075782 h 6658422"/>
              <a:gd name="csX130" fmla="*/ 10483702 w 10483702"/>
              <a:gd name="csY130" fmla="*/ 3836549 h 6658422"/>
              <a:gd name="csX131" fmla="*/ 10462437 w 10483702"/>
              <a:gd name="csY131" fmla="*/ 3629214 h 6658422"/>
              <a:gd name="csX132" fmla="*/ 10430539 w 10483702"/>
              <a:gd name="csY132" fmla="*/ 3570735 h 6658422"/>
              <a:gd name="csX133" fmla="*/ 10377377 w 10483702"/>
              <a:gd name="csY133" fmla="*/ 3427196 h 6658422"/>
              <a:gd name="csX134" fmla="*/ 10366744 w 10483702"/>
              <a:gd name="csY134" fmla="*/ 3342135 h 6658422"/>
              <a:gd name="csX135" fmla="*/ 10334846 w 10483702"/>
              <a:gd name="csY135" fmla="*/ 3209228 h 6658422"/>
              <a:gd name="csX136" fmla="*/ 10249786 w 10483702"/>
              <a:gd name="csY136" fmla="*/ 3140117 h 6658422"/>
              <a:gd name="csX137" fmla="*/ 9983972 w 10483702"/>
              <a:gd name="csY137" fmla="*/ 3150749 h 6658422"/>
              <a:gd name="csX138" fmla="*/ 9712842 w 10483702"/>
              <a:gd name="csY138" fmla="*/ 3161382 h 6658422"/>
              <a:gd name="csX139" fmla="*/ 9670312 w 10483702"/>
              <a:gd name="csY139" fmla="*/ 3156065 h 6658422"/>
              <a:gd name="csX140" fmla="*/ 9659679 w 10483702"/>
              <a:gd name="csY140" fmla="*/ 3071005 h 6658422"/>
              <a:gd name="csX141" fmla="*/ 9627781 w 10483702"/>
              <a:gd name="csY141" fmla="*/ 3028475 h 6658422"/>
              <a:gd name="csX142" fmla="*/ 9585251 w 10483702"/>
              <a:gd name="csY142" fmla="*/ 2969996 h 6658422"/>
              <a:gd name="csX143" fmla="*/ 9558670 w 10483702"/>
              <a:gd name="csY143" fmla="*/ 2906200 h 6658422"/>
              <a:gd name="csX144" fmla="*/ 9542721 w 10483702"/>
              <a:gd name="csY144" fmla="*/ 2890251 h 6658422"/>
              <a:gd name="csX145" fmla="*/ 9462977 w 10483702"/>
              <a:gd name="csY145" fmla="*/ 2900884 h 6658422"/>
              <a:gd name="csX146" fmla="*/ 9346019 w 10483702"/>
              <a:gd name="csY146" fmla="*/ 2922149 h 6658422"/>
              <a:gd name="csX147" fmla="*/ 8931349 w 10483702"/>
              <a:gd name="csY147" fmla="*/ 2895568 h 6658422"/>
              <a:gd name="csX148" fmla="*/ 8702749 w 10483702"/>
              <a:gd name="csY148" fmla="*/ 2831772 h 6658422"/>
              <a:gd name="csX149" fmla="*/ 8633637 w 10483702"/>
              <a:gd name="csY149" fmla="*/ 2757345 h 6658422"/>
              <a:gd name="csX150" fmla="*/ 8575158 w 10483702"/>
              <a:gd name="csY150" fmla="*/ 2709498 h 6658422"/>
              <a:gd name="csX151" fmla="*/ 8506046 w 10483702"/>
              <a:gd name="csY151" fmla="*/ 2661651 h 6658422"/>
              <a:gd name="csX152" fmla="*/ 8367823 w 10483702"/>
              <a:gd name="csY152" fmla="*/ 2603172 h 6658422"/>
              <a:gd name="csX153" fmla="*/ 8181753 w 10483702"/>
              <a:gd name="csY153" fmla="*/ 2544693 h 6658422"/>
              <a:gd name="csX154" fmla="*/ 8165805 w 10483702"/>
              <a:gd name="csY154" fmla="*/ 2464949 h 6658422"/>
              <a:gd name="csX155" fmla="*/ 8133907 w 10483702"/>
              <a:gd name="csY155" fmla="*/ 2422419 h 6658422"/>
              <a:gd name="csX156" fmla="*/ 8059479 w 10483702"/>
              <a:gd name="csY156" fmla="*/ 2310777 h 6658422"/>
              <a:gd name="csX157" fmla="*/ 7937205 w 10483702"/>
              <a:gd name="csY157" fmla="*/ 2246982 h 6658422"/>
              <a:gd name="csX158" fmla="*/ 7921256 w 10483702"/>
              <a:gd name="csY158" fmla="*/ 2225717 h 6658422"/>
              <a:gd name="csX159" fmla="*/ 7884042 w 10483702"/>
              <a:gd name="csY159" fmla="*/ 2167238 h 6658422"/>
              <a:gd name="csX160" fmla="*/ 7868093 w 10483702"/>
              <a:gd name="csY160" fmla="*/ 2161921 h 6658422"/>
              <a:gd name="csX161" fmla="*/ 7836195 w 10483702"/>
              <a:gd name="csY161" fmla="*/ 2098126 h 6658422"/>
              <a:gd name="csX162" fmla="*/ 7820246 w 10483702"/>
              <a:gd name="csY162" fmla="*/ 2066228 h 6658422"/>
              <a:gd name="csX163" fmla="*/ 7814930 w 10483702"/>
              <a:gd name="csY163" fmla="*/ 2050279 h 6658422"/>
              <a:gd name="csX164" fmla="*/ 7788349 w 10483702"/>
              <a:gd name="csY164" fmla="*/ 2029014 h 6658422"/>
              <a:gd name="csX165" fmla="*/ 7783032 w 10483702"/>
              <a:gd name="csY165" fmla="*/ 2013065 h 6658422"/>
              <a:gd name="csX166" fmla="*/ 7713921 w 10483702"/>
              <a:gd name="csY166" fmla="*/ 1954586 h 6658422"/>
              <a:gd name="csX167" fmla="*/ 7448107 w 10483702"/>
              <a:gd name="csY167" fmla="*/ 1975851 h 6658422"/>
              <a:gd name="csX168" fmla="*/ 6932428 w 10483702"/>
              <a:gd name="csY168" fmla="*/ 1970535 h 6658422"/>
              <a:gd name="csX169" fmla="*/ 6873949 w 10483702"/>
              <a:gd name="csY169" fmla="*/ 1938638 h 6658422"/>
              <a:gd name="csX170" fmla="*/ 6852684 w 10483702"/>
              <a:gd name="csY170" fmla="*/ 1864210 h 6658422"/>
              <a:gd name="csX171" fmla="*/ 6836735 w 10483702"/>
              <a:gd name="csY171" fmla="*/ 1821679 h 6658422"/>
              <a:gd name="csX172" fmla="*/ 6826102 w 10483702"/>
              <a:gd name="csY172" fmla="*/ 1789782 h 6658422"/>
              <a:gd name="csX173" fmla="*/ 6804837 w 10483702"/>
              <a:gd name="csY173" fmla="*/ 1741935 h 6658422"/>
              <a:gd name="csX174" fmla="*/ 6783572 w 10483702"/>
              <a:gd name="csY174" fmla="*/ 1720670 h 6658422"/>
              <a:gd name="csX175" fmla="*/ 6772939 w 10483702"/>
              <a:gd name="csY175" fmla="*/ 1688772 h 6658422"/>
              <a:gd name="csX176" fmla="*/ 6751674 w 10483702"/>
              <a:gd name="csY176" fmla="*/ 1646242 h 6658422"/>
              <a:gd name="csX177" fmla="*/ 6714460 w 10483702"/>
              <a:gd name="csY177" fmla="*/ 1529284 h 6658422"/>
              <a:gd name="csX178" fmla="*/ 6714460 w 10483702"/>
              <a:gd name="csY178" fmla="*/ 1316633 h 6658422"/>
              <a:gd name="csX179" fmla="*/ 6719777 w 10483702"/>
              <a:gd name="csY179" fmla="*/ 1279419 h 6658422"/>
              <a:gd name="csX180" fmla="*/ 6746358 w 10483702"/>
              <a:gd name="csY180" fmla="*/ 1226256 h 6658422"/>
              <a:gd name="csX181" fmla="*/ 6756991 w 10483702"/>
              <a:gd name="csY181" fmla="*/ 1204991 h 6658422"/>
              <a:gd name="csX182" fmla="*/ 6778256 w 10483702"/>
              <a:gd name="csY182" fmla="*/ 1183726 h 6658422"/>
              <a:gd name="csX183" fmla="*/ 6826102 w 10483702"/>
              <a:gd name="csY183" fmla="*/ 1114614 h 6658422"/>
              <a:gd name="csX184" fmla="*/ 6847367 w 10483702"/>
              <a:gd name="csY184" fmla="*/ 1093349 h 6658422"/>
              <a:gd name="csX185" fmla="*/ 6873949 w 10483702"/>
              <a:gd name="csY185" fmla="*/ 1034870 h 6658422"/>
              <a:gd name="csX186" fmla="*/ 6900530 w 10483702"/>
              <a:gd name="csY186" fmla="*/ 992340 h 6658422"/>
              <a:gd name="csX187" fmla="*/ 6921795 w 10483702"/>
              <a:gd name="csY187" fmla="*/ 923228 h 6658422"/>
              <a:gd name="csX188" fmla="*/ 6911163 w 10483702"/>
              <a:gd name="csY188" fmla="*/ 673363 h 6658422"/>
              <a:gd name="csX189" fmla="*/ 6895214 w 10483702"/>
              <a:gd name="csY189" fmla="*/ 657414 h 6658422"/>
              <a:gd name="csX190" fmla="*/ 6714460 w 10483702"/>
              <a:gd name="csY190" fmla="*/ 652098 h 6658422"/>
              <a:gd name="csX191" fmla="*/ 6682563 w 10483702"/>
              <a:gd name="csY191" fmla="*/ 646782 h 6658422"/>
              <a:gd name="csX192" fmla="*/ 6661298 w 10483702"/>
              <a:gd name="csY192" fmla="*/ 636149 h 6658422"/>
              <a:gd name="csX193" fmla="*/ 6634716 w 10483702"/>
              <a:gd name="csY193" fmla="*/ 625517 h 6658422"/>
              <a:gd name="csX194" fmla="*/ 6629400 w 10483702"/>
              <a:gd name="csY194" fmla="*/ 540456 h 6658422"/>
              <a:gd name="csX195" fmla="*/ 6655981 w 10483702"/>
              <a:gd name="csY195" fmla="*/ 513875 h 6658422"/>
              <a:gd name="csX196" fmla="*/ 6698512 w 10483702"/>
              <a:gd name="csY196" fmla="*/ 460712 h 6658422"/>
              <a:gd name="csX197" fmla="*/ 6719777 w 10483702"/>
              <a:gd name="csY197" fmla="*/ 428814 h 6658422"/>
              <a:gd name="csX198" fmla="*/ 6746358 w 10483702"/>
              <a:gd name="csY198" fmla="*/ 396917 h 6658422"/>
              <a:gd name="csX199" fmla="*/ 6767623 w 10483702"/>
              <a:gd name="csY199" fmla="*/ 354386 h 6658422"/>
              <a:gd name="csX200" fmla="*/ 6778256 w 10483702"/>
              <a:gd name="csY200" fmla="*/ 327805 h 6658422"/>
              <a:gd name="csX201" fmla="*/ 6820786 w 10483702"/>
              <a:gd name="csY201" fmla="*/ 253377 h 6658422"/>
              <a:gd name="csX202" fmla="*/ 6815470 w 10483702"/>
              <a:gd name="csY202" fmla="*/ 51358 h 6658422"/>
              <a:gd name="csX203" fmla="*/ 6799521 w 10483702"/>
              <a:gd name="csY203" fmla="*/ 3512 h 6658422"/>
              <a:gd name="csX204" fmla="*/ 6810153 w 10483702"/>
              <a:gd name="csY204" fmla="*/ 136419 h 6658422"/>
              <a:gd name="csX205" fmla="*/ 6804837 w 10483702"/>
              <a:gd name="csY205" fmla="*/ 226796 h 6658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10483702" h="6658422">
                <a:moveTo>
                  <a:pt x="37214" y="3203912"/>
                </a:moveTo>
                <a:cubicBezTo>
                  <a:pt x="42530" y="3212772"/>
                  <a:pt x="46963" y="3222227"/>
                  <a:pt x="53163" y="3230493"/>
                </a:cubicBezTo>
                <a:cubicBezTo>
                  <a:pt x="57674" y="3236508"/>
                  <a:pt x="65324" y="3239948"/>
                  <a:pt x="69112" y="3246442"/>
                </a:cubicBezTo>
                <a:cubicBezTo>
                  <a:pt x="77906" y="3261518"/>
                  <a:pt x="83289" y="3278340"/>
                  <a:pt x="90377" y="3294289"/>
                </a:cubicBezTo>
                <a:cubicBezTo>
                  <a:pt x="94648" y="3315644"/>
                  <a:pt x="96094" y="3334999"/>
                  <a:pt x="111642" y="3352768"/>
                </a:cubicBezTo>
                <a:cubicBezTo>
                  <a:pt x="119425" y="3361662"/>
                  <a:pt x="143674" y="3366092"/>
                  <a:pt x="154172" y="3368717"/>
                </a:cubicBezTo>
                <a:cubicBezTo>
                  <a:pt x="159488" y="3374033"/>
                  <a:pt x="166391" y="3378137"/>
                  <a:pt x="170121" y="3384665"/>
                </a:cubicBezTo>
                <a:cubicBezTo>
                  <a:pt x="183994" y="3408943"/>
                  <a:pt x="167880" y="3423285"/>
                  <a:pt x="159488" y="3448461"/>
                </a:cubicBezTo>
                <a:cubicBezTo>
                  <a:pt x="140273" y="3506106"/>
                  <a:pt x="158561" y="3466267"/>
                  <a:pt x="138223" y="3506940"/>
                </a:cubicBezTo>
                <a:cubicBezTo>
                  <a:pt x="124161" y="3563192"/>
                  <a:pt x="143254" y="3496950"/>
                  <a:pt x="122274" y="3544154"/>
                </a:cubicBezTo>
                <a:cubicBezTo>
                  <a:pt x="96968" y="3601093"/>
                  <a:pt x="125073" y="3555905"/>
                  <a:pt x="101009" y="3592000"/>
                </a:cubicBezTo>
                <a:cubicBezTo>
                  <a:pt x="95693" y="3613265"/>
                  <a:pt x="94862" y="3636190"/>
                  <a:pt x="85060" y="3655796"/>
                </a:cubicBezTo>
                <a:cubicBezTo>
                  <a:pt x="49784" y="3726351"/>
                  <a:pt x="92588" y="3638233"/>
                  <a:pt x="69112" y="3693010"/>
                </a:cubicBezTo>
                <a:cubicBezTo>
                  <a:pt x="65990" y="3700294"/>
                  <a:pt x="61698" y="3707033"/>
                  <a:pt x="58479" y="3714275"/>
                </a:cubicBezTo>
                <a:cubicBezTo>
                  <a:pt x="54603" y="3722995"/>
                  <a:pt x="51390" y="3731996"/>
                  <a:pt x="47846" y="3740856"/>
                </a:cubicBezTo>
                <a:cubicBezTo>
                  <a:pt x="46074" y="3755033"/>
                  <a:pt x="47836" y="3770121"/>
                  <a:pt x="42530" y="3783386"/>
                </a:cubicBezTo>
                <a:cubicBezTo>
                  <a:pt x="40157" y="3789319"/>
                  <a:pt x="30125" y="3788703"/>
                  <a:pt x="26581" y="3794019"/>
                </a:cubicBezTo>
                <a:cubicBezTo>
                  <a:pt x="22528" y="3800098"/>
                  <a:pt x="22572" y="3808095"/>
                  <a:pt x="21265" y="3815284"/>
                </a:cubicBezTo>
                <a:cubicBezTo>
                  <a:pt x="11981" y="3866349"/>
                  <a:pt x="19508" y="3842650"/>
                  <a:pt x="10632" y="3900345"/>
                </a:cubicBezTo>
                <a:cubicBezTo>
                  <a:pt x="9521" y="3907566"/>
                  <a:pt x="6901" y="3914478"/>
                  <a:pt x="5316" y="3921610"/>
                </a:cubicBezTo>
                <a:cubicBezTo>
                  <a:pt x="3356" y="3930431"/>
                  <a:pt x="1772" y="3939331"/>
                  <a:pt x="0" y="3948191"/>
                </a:cubicBezTo>
                <a:cubicBezTo>
                  <a:pt x="1772" y="4070465"/>
                  <a:pt x="2370" y="4192762"/>
                  <a:pt x="5316" y="4315014"/>
                </a:cubicBezTo>
                <a:cubicBezTo>
                  <a:pt x="6340" y="4357496"/>
                  <a:pt x="9808" y="4401361"/>
                  <a:pt x="21265" y="4442605"/>
                </a:cubicBezTo>
                <a:cubicBezTo>
                  <a:pt x="23408" y="4450321"/>
                  <a:pt x="38029" y="4498251"/>
                  <a:pt x="53163" y="4506400"/>
                </a:cubicBezTo>
                <a:cubicBezTo>
                  <a:pt x="62761" y="4511568"/>
                  <a:pt x="164866" y="4538098"/>
                  <a:pt x="170121" y="4538298"/>
                </a:cubicBezTo>
                <a:cubicBezTo>
                  <a:pt x="334816" y="4544572"/>
                  <a:pt x="499730" y="4541842"/>
                  <a:pt x="664535" y="4543614"/>
                </a:cubicBezTo>
                <a:cubicBezTo>
                  <a:pt x="685800" y="4547158"/>
                  <a:pt x="707415" y="4549018"/>
                  <a:pt x="728330" y="4554247"/>
                </a:cubicBezTo>
                <a:cubicBezTo>
                  <a:pt x="739561" y="4557055"/>
                  <a:pt x="763334" y="4573302"/>
                  <a:pt x="770860" y="4580828"/>
                </a:cubicBezTo>
                <a:cubicBezTo>
                  <a:pt x="775378" y="4585346"/>
                  <a:pt x="777335" y="4591926"/>
                  <a:pt x="781493" y="4596777"/>
                </a:cubicBezTo>
                <a:cubicBezTo>
                  <a:pt x="788017" y="4604388"/>
                  <a:pt x="795670" y="4610954"/>
                  <a:pt x="802758" y="4618042"/>
                </a:cubicBezTo>
                <a:cubicBezTo>
                  <a:pt x="806302" y="4630447"/>
                  <a:pt x="807043" y="4644025"/>
                  <a:pt x="813391" y="4655256"/>
                </a:cubicBezTo>
                <a:cubicBezTo>
                  <a:pt x="833096" y="4690120"/>
                  <a:pt x="860491" y="4733018"/>
                  <a:pt x="893135" y="4761582"/>
                </a:cubicBezTo>
                <a:cubicBezTo>
                  <a:pt x="913967" y="4779810"/>
                  <a:pt x="934912" y="4797969"/>
                  <a:pt x="956930" y="4814745"/>
                </a:cubicBezTo>
                <a:cubicBezTo>
                  <a:pt x="997103" y="4845353"/>
                  <a:pt x="1010430" y="4840911"/>
                  <a:pt x="1036674" y="4883856"/>
                </a:cubicBezTo>
                <a:cubicBezTo>
                  <a:pt x="1057208" y="4917457"/>
                  <a:pt x="1076908" y="4982284"/>
                  <a:pt x="1089837" y="5016763"/>
                </a:cubicBezTo>
                <a:cubicBezTo>
                  <a:pt x="1108042" y="5065312"/>
                  <a:pt x="1105016" y="5061252"/>
                  <a:pt x="1127051" y="5096507"/>
                </a:cubicBezTo>
                <a:cubicBezTo>
                  <a:pt x="1130437" y="5101925"/>
                  <a:pt x="1132136" y="5109286"/>
                  <a:pt x="1137684" y="5112456"/>
                </a:cubicBezTo>
                <a:cubicBezTo>
                  <a:pt x="1145529" y="5116939"/>
                  <a:pt x="1155405" y="5116000"/>
                  <a:pt x="1164265" y="5117772"/>
                </a:cubicBezTo>
                <a:lnTo>
                  <a:pt x="1350335" y="5213465"/>
                </a:lnTo>
                <a:cubicBezTo>
                  <a:pt x="1362991" y="5220094"/>
                  <a:pt x="1378977" y="5223301"/>
                  <a:pt x="1387549" y="5234731"/>
                </a:cubicBezTo>
                <a:cubicBezTo>
                  <a:pt x="1396317" y="5246421"/>
                  <a:pt x="1394058" y="5263242"/>
                  <a:pt x="1398181" y="5277261"/>
                </a:cubicBezTo>
                <a:cubicBezTo>
                  <a:pt x="1402925" y="5293389"/>
                  <a:pt x="1405606" y="5310617"/>
                  <a:pt x="1414130" y="5325107"/>
                </a:cubicBezTo>
                <a:cubicBezTo>
                  <a:pt x="1423681" y="5341344"/>
                  <a:pt x="1438939" y="5353461"/>
                  <a:pt x="1451344" y="5367638"/>
                </a:cubicBezTo>
                <a:cubicBezTo>
                  <a:pt x="1471906" y="5429320"/>
                  <a:pt x="1447921" y="5371076"/>
                  <a:pt x="1499191" y="5442065"/>
                </a:cubicBezTo>
                <a:cubicBezTo>
                  <a:pt x="1546960" y="5508207"/>
                  <a:pt x="1506002" y="5486866"/>
                  <a:pt x="1562986" y="5505861"/>
                </a:cubicBezTo>
                <a:cubicBezTo>
                  <a:pt x="1577163" y="5518266"/>
                  <a:pt x="1592196" y="5529755"/>
                  <a:pt x="1605516" y="5543075"/>
                </a:cubicBezTo>
                <a:cubicBezTo>
                  <a:pt x="1620605" y="5558164"/>
                  <a:pt x="1632045" y="5576803"/>
                  <a:pt x="1648046" y="5590921"/>
                </a:cubicBezTo>
                <a:cubicBezTo>
                  <a:pt x="1684575" y="5623152"/>
                  <a:pt x="1686154" y="5615927"/>
                  <a:pt x="1717158" y="5633451"/>
                </a:cubicBezTo>
                <a:cubicBezTo>
                  <a:pt x="1751028" y="5652595"/>
                  <a:pt x="1785228" y="5671227"/>
                  <a:pt x="1818167" y="5691931"/>
                </a:cubicBezTo>
                <a:cubicBezTo>
                  <a:pt x="1847298" y="5710242"/>
                  <a:pt x="1875305" y="5730305"/>
                  <a:pt x="1903228" y="5750410"/>
                </a:cubicBezTo>
                <a:cubicBezTo>
                  <a:pt x="1919625" y="5762216"/>
                  <a:pt x="1933002" y="5778589"/>
                  <a:pt x="1951074" y="5787624"/>
                </a:cubicBezTo>
                <a:cubicBezTo>
                  <a:pt x="1961707" y="5792940"/>
                  <a:pt x="1972754" y="5797497"/>
                  <a:pt x="1982972" y="5803572"/>
                </a:cubicBezTo>
                <a:cubicBezTo>
                  <a:pt x="2038354" y="5836502"/>
                  <a:pt x="2091453" y="5873291"/>
                  <a:pt x="2147777" y="5904582"/>
                </a:cubicBezTo>
                <a:cubicBezTo>
                  <a:pt x="2155676" y="5908970"/>
                  <a:pt x="2165592" y="5907707"/>
                  <a:pt x="2174358" y="5909898"/>
                </a:cubicBezTo>
                <a:cubicBezTo>
                  <a:pt x="2179795" y="5911257"/>
                  <a:pt x="2184870" y="5913855"/>
                  <a:pt x="2190307" y="5915214"/>
                </a:cubicBezTo>
                <a:cubicBezTo>
                  <a:pt x="2206157" y="5919177"/>
                  <a:pt x="2222377" y="5921600"/>
                  <a:pt x="2238153" y="5925847"/>
                </a:cubicBezTo>
                <a:cubicBezTo>
                  <a:pt x="2291766" y="5940281"/>
                  <a:pt x="2374255" y="5969906"/>
                  <a:pt x="2429539" y="5973693"/>
                </a:cubicBezTo>
                <a:cubicBezTo>
                  <a:pt x="2525025" y="5980233"/>
                  <a:pt x="2620926" y="5977238"/>
                  <a:pt x="2716619" y="5979010"/>
                </a:cubicBezTo>
                <a:cubicBezTo>
                  <a:pt x="2743200" y="5986098"/>
                  <a:pt x="2770162" y="5991891"/>
                  <a:pt x="2796363" y="6000275"/>
                </a:cubicBezTo>
                <a:cubicBezTo>
                  <a:pt x="2835255" y="6012720"/>
                  <a:pt x="2848916" y="6025497"/>
                  <a:pt x="2886739" y="6032172"/>
                </a:cubicBezTo>
                <a:cubicBezTo>
                  <a:pt x="2904277" y="6035267"/>
                  <a:pt x="2922181" y="6035717"/>
                  <a:pt x="2939902" y="6037489"/>
                </a:cubicBezTo>
                <a:cubicBezTo>
                  <a:pt x="3187631" y="6134163"/>
                  <a:pt x="3079998" y="6118223"/>
                  <a:pt x="3253563" y="6127865"/>
                </a:cubicBezTo>
                <a:cubicBezTo>
                  <a:pt x="3295117" y="6136176"/>
                  <a:pt x="3355269" y="6146892"/>
                  <a:pt x="3397102" y="6159763"/>
                </a:cubicBezTo>
                <a:cubicBezTo>
                  <a:pt x="3484922" y="6186784"/>
                  <a:pt x="3442210" y="6178846"/>
                  <a:pt x="3524693" y="6186345"/>
                </a:cubicBezTo>
                <a:cubicBezTo>
                  <a:pt x="3535326" y="6191661"/>
                  <a:pt x="3545229" y="6198797"/>
                  <a:pt x="3556591" y="6202293"/>
                </a:cubicBezTo>
                <a:cubicBezTo>
                  <a:pt x="3626464" y="6223792"/>
                  <a:pt x="3561204" y="6182420"/>
                  <a:pt x="3646967" y="6228875"/>
                </a:cubicBezTo>
                <a:cubicBezTo>
                  <a:pt x="3770761" y="6295930"/>
                  <a:pt x="3667574" y="6270389"/>
                  <a:pt x="3811772" y="6287354"/>
                </a:cubicBezTo>
                <a:cubicBezTo>
                  <a:pt x="3838353" y="6296214"/>
                  <a:pt x="3865677" y="6303099"/>
                  <a:pt x="3891516" y="6313935"/>
                </a:cubicBezTo>
                <a:cubicBezTo>
                  <a:pt x="3975642" y="6349214"/>
                  <a:pt x="4052881" y="6403452"/>
                  <a:pt x="4141381" y="6425577"/>
                </a:cubicBezTo>
                <a:cubicBezTo>
                  <a:pt x="4283462" y="6461097"/>
                  <a:pt x="4121164" y="6418311"/>
                  <a:pt x="4279605" y="6468107"/>
                </a:cubicBezTo>
                <a:cubicBezTo>
                  <a:pt x="4281081" y="6468571"/>
                  <a:pt x="4400600" y="6504003"/>
                  <a:pt x="4433777" y="6510638"/>
                </a:cubicBezTo>
                <a:cubicBezTo>
                  <a:pt x="4454917" y="6514866"/>
                  <a:pt x="4476307" y="6517726"/>
                  <a:pt x="4497572" y="6521270"/>
                </a:cubicBezTo>
                <a:cubicBezTo>
                  <a:pt x="4504660" y="6524814"/>
                  <a:pt x="4512117" y="6527703"/>
                  <a:pt x="4518837" y="6531903"/>
                </a:cubicBezTo>
                <a:cubicBezTo>
                  <a:pt x="4553068" y="6553297"/>
                  <a:pt x="4606423" y="6614172"/>
                  <a:pt x="4619846" y="6627596"/>
                </a:cubicBezTo>
                <a:cubicBezTo>
                  <a:pt x="4653516" y="6625824"/>
                  <a:pt x="4687151" y="6621380"/>
                  <a:pt x="4720856" y="6622279"/>
                </a:cubicBezTo>
                <a:cubicBezTo>
                  <a:pt x="4820200" y="6624928"/>
                  <a:pt x="5018567" y="6638228"/>
                  <a:pt x="5018567" y="6638228"/>
                </a:cubicBezTo>
                <a:cubicBezTo>
                  <a:pt x="5036288" y="6636456"/>
                  <a:pt x="5054184" y="6635963"/>
                  <a:pt x="5071730" y="6632912"/>
                </a:cubicBezTo>
                <a:cubicBezTo>
                  <a:pt x="5095023" y="6628861"/>
                  <a:pt x="5117762" y="6622092"/>
                  <a:pt x="5140842" y="6616963"/>
                </a:cubicBezTo>
                <a:cubicBezTo>
                  <a:pt x="5149663" y="6615003"/>
                  <a:pt x="5158563" y="6613419"/>
                  <a:pt x="5167423" y="6611647"/>
                </a:cubicBezTo>
                <a:lnTo>
                  <a:pt x="5342860" y="6632912"/>
                </a:lnTo>
                <a:cubicBezTo>
                  <a:pt x="5360550" y="6634969"/>
                  <a:pt x="5378214" y="6638228"/>
                  <a:pt x="5396023" y="6638228"/>
                </a:cubicBezTo>
                <a:cubicBezTo>
                  <a:pt x="5502363" y="6638228"/>
                  <a:pt x="5608674" y="6634684"/>
                  <a:pt x="5715000" y="6632912"/>
                </a:cubicBezTo>
                <a:lnTo>
                  <a:pt x="6012712" y="6638228"/>
                </a:lnTo>
                <a:cubicBezTo>
                  <a:pt x="6872079" y="6638228"/>
                  <a:pt x="6604005" y="6690088"/>
                  <a:pt x="6916479" y="6627596"/>
                </a:cubicBezTo>
                <a:cubicBezTo>
                  <a:pt x="6944723" y="6608766"/>
                  <a:pt x="6919991" y="6623673"/>
                  <a:pt x="6959009" y="6606331"/>
                </a:cubicBezTo>
                <a:cubicBezTo>
                  <a:pt x="7007644" y="6584715"/>
                  <a:pt x="6984224" y="6581002"/>
                  <a:pt x="7075967" y="6563800"/>
                </a:cubicBezTo>
                <a:cubicBezTo>
                  <a:pt x="7178532" y="6544569"/>
                  <a:pt x="7132323" y="6550721"/>
                  <a:pt x="7214191" y="6542535"/>
                </a:cubicBezTo>
                <a:cubicBezTo>
                  <a:pt x="7240772" y="6535447"/>
                  <a:pt x="7266799" y="6525793"/>
                  <a:pt x="7293935" y="6521270"/>
                </a:cubicBezTo>
                <a:cubicBezTo>
                  <a:pt x="7341421" y="6513356"/>
                  <a:pt x="7390892" y="6517473"/>
                  <a:pt x="7437474" y="6505321"/>
                </a:cubicBezTo>
                <a:cubicBezTo>
                  <a:pt x="7473524" y="6495917"/>
                  <a:pt x="7504439" y="6472606"/>
                  <a:pt x="7538484" y="6457475"/>
                </a:cubicBezTo>
                <a:cubicBezTo>
                  <a:pt x="7630322" y="6416658"/>
                  <a:pt x="7550714" y="6447856"/>
                  <a:pt x="7612912" y="6430893"/>
                </a:cubicBezTo>
                <a:cubicBezTo>
                  <a:pt x="7623725" y="6427944"/>
                  <a:pt x="7633819" y="6422459"/>
                  <a:pt x="7644809" y="6420261"/>
                </a:cubicBezTo>
                <a:cubicBezTo>
                  <a:pt x="7660545" y="6417114"/>
                  <a:pt x="7676810" y="6417480"/>
                  <a:pt x="7692656" y="6414945"/>
                </a:cubicBezTo>
                <a:cubicBezTo>
                  <a:pt x="7721141" y="6410387"/>
                  <a:pt x="7749062" y="6402328"/>
                  <a:pt x="7777716" y="6398996"/>
                </a:cubicBezTo>
                <a:cubicBezTo>
                  <a:pt x="7892908" y="6385601"/>
                  <a:pt x="8019692" y="6385902"/>
                  <a:pt x="8133907" y="6383047"/>
                </a:cubicBezTo>
                <a:cubicBezTo>
                  <a:pt x="8227828" y="6338745"/>
                  <a:pt x="8323104" y="6297208"/>
                  <a:pt x="8415670" y="6250140"/>
                </a:cubicBezTo>
                <a:cubicBezTo>
                  <a:pt x="8428007" y="6243867"/>
                  <a:pt x="8433780" y="6224775"/>
                  <a:pt x="8447567" y="6223558"/>
                </a:cubicBezTo>
                <a:cubicBezTo>
                  <a:pt x="8497120" y="6219186"/>
                  <a:pt x="8546804" y="6230647"/>
                  <a:pt x="8596423" y="6234191"/>
                </a:cubicBezTo>
                <a:cubicBezTo>
                  <a:pt x="8626549" y="6232419"/>
                  <a:pt x="8656973" y="6233464"/>
                  <a:pt x="8686800" y="6228875"/>
                </a:cubicBezTo>
                <a:cubicBezTo>
                  <a:pt x="8692725" y="6227963"/>
                  <a:pt x="8747973" y="6208920"/>
                  <a:pt x="8761228" y="6202293"/>
                </a:cubicBezTo>
                <a:cubicBezTo>
                  <a:pt x="8774007" y="6195904"/>
                  <a:pt x="8784726" y="6185028"/>
                  <a:pt x="8798442" y="6181028"/>
                </a:cubicBezTo>
                <a:cubicBezTo>
                  <a:pt x="8827810" y="6172462"/>
                  <a:pt x="8858693" y="6170395"/>
                  <a:pt x="8888819" y="6165079"/>
                </a:cubicBezTo>
                <a:cubicBezTo>
                  <a:pt x="8897679" y="6161535"/>
                  <a:pt x="8906142" y="6156761"/>
                  <a:pt x="8915400" y="6154447"/>
                </a:cubicBezTo>
                <a:cubicBezTo>
                  <a:pt x="8958792" y="6143599"/>
                  <a:pt x="9033399" y="6132014"/>
                  <a:pt x="9080205" y="6117233"/>
                </a:cubicBezTo>
                <a:cubicBezTo>
                  <a:pt x="9139176" y="6098610"/>
                  <a:pt x="9097688" y="6105366"/>
                  <a:pt x="9154632" y="6074703"/>
                </a:cubicBezTo>
                <a:cubicBezTo>
                  <a:pt x="9164500" y="6069389"/>
                  <a:pt x="9175685" y="6066899"/>
                  <a:pt x="9186530" y="6064070"/>
                </a:cubicBezTo>
                <a:cubicBezTo>
                  <a:pt x="9216476" y="6056258"/>
                  <a:pt x="9248807" y="6055774"/>
                  <a:pt x="9276907" y="6042805"/>
                </a:cubicBezTo>
                <a:cubicBezTo>
                  <a:pt x="9341813" y="6012848"/>
                  <a:pt x="9348230" y="6008065"/>
                  <a:pt x="9415130" y="5984326"/>
                </a:cubicBezTo>
                <a:cubicBezTo>
                  <a:pt x="9446817" y="5973082"/>
                  <a:pt x="9481350" y="5968609"/>
                  <a:pt x="9510823" y="5952428"/>
                </a:cubicBezTo>
                <a:cubicBezTo>
                  <a:pt x="9572432" y="5918604"/>
                  <a:pt x="9624218" y="5868492"/>
                  <a:pt x="9686260" y="5835470"/>
                </a:cubicBezTo>
                <a:lnTo>
                  <a:pt x="10015870" y="5660033"/>
                </a:lnTo>
                <a:cubicBezTo>
                  <a:pt x="10031819" y="5633452"/>
                  <a:pt x="10049415" y="5607792"/>
                  <a:pt x="10063716" y="5580289"/>
                </a:cubicBezTo>
                <a:cubicBezTo>
                  <a:pt x="10081928" y="5545265"/>
                  <a:pt x="10089429" y="5501847"/>
                  <a:pt x="10111563" y="5468647"/>
                </a:cubicBezTo>
                <a:cubicBezTo>
                  <a:pt x="10117857" y="5459206"/>
                  <a:pt x="10130121" y="5455405"/>
                  <a:pt x="10138144" y="5447382"/>
                </a:cubicBezTo>
                <a:cubicBezTo>
                  <a:pt x="10147931" y="5437595"/>
                  <a:pt x="10156621" y="5426704"/>
                  <a:pt x="10164725" y="5415484"/>
                </a:cubicBezTo>
                <a:cubicBezTo>
                  <a:pt x="10179689" y="5394765"/>
                  <a:pt x="10194378" y="5373765"/>
                  <a:pt x="10207256" y="5351689"/>
                </a:cubicBezTo>
                <a:cubicBezTo>
                  <a:pt x="10328742" y="5143427"/>
                  <a:pt x="10237308" y="5282688"/>
                  <a:pt x="10297632" y="5192200"/>
                </a:cubicBezTo>
                <a:cubicBezTo>
                  <a:pt x="10301176" y="5172707"/>
                  <a:pt x="10301444" y="5152323"/>
                  <a:pt x="10308265" y="5133721"/>
                </a:cubicBezTo>
                <a:cubicBezTo>
                  <a:pt x="10321091" y="5098742"/>
                  <a:pt x="10340981" y="5066757"/>
                  <a:pt x="10356112" y="5032712"/>
                </a:cubicBezTo>
                <a:cubicBezTo>
                  <a:pt x="10363200" y="5016763"/>
                  <a:pt x="10372524" y="5001630"/>
                  <a:pt x="10377377" y="4984865"/>
                </a:cubicBezTo>
                <a:cubicBezTo>
                  <a:pt x="10392077" y="4934083"/>
                  <a:pt x="10404223" y="4882533"/>
                  <a:pt x="10414591" y="4830693"/>
                </a:cubicBezTo>
                <a:cubicBezTo>
                  <a:pt x="10416363" y="4821833"/>
                  <a:pt x="10417530" y="4812829"/>
                  <a:pt x="10419907" y="4804112"/>
                </a:cubicBezTo>
                <a:cubicBezTo>
                  <a:pt x="10422856" y="4793299"/>
                  <a:pt x="10426995" y="4782847"/>
                  <a:pt x="10430539" y="4772214"/>
                </a:cubicBezTo>
                <a:cubicBezTo>
                  <a:pt x="10432311" y="4750949"/>
                  <a:pt x="10433209" y="4729593"/>
                  <a:pt x="10435856" y="4708419"/>
                </a:cubicBezTo>
                <a:cubicBezTo>
                  <a:pt x="10436762" y="4701169"/>
                  <a:pt x="10440365" y="4694416"/>
                  <a:pt x="10441172" y="4687154"/>
                </a:cubicBezTo>
                <a:cubicBezTo>
                  <a:pt x="10450289" y="4605100"/>
                  <a:pt x="10441163" y="4616764"/>
                  <a:pt x="10457121" y="4532982"/>
                </a:cubicBezTo>
                <a:cubicBezTo>
                  <a:pt x="10459218" y="4521972"/>
                  <a:pt x="10464209" y="4511717"/>
                  <a:pt x="10467753" y="4501084"/>
                </a:cubicBezTo>
                <a:cubicBezTo>
                  <a:pt x="10465981" y="4430200"/>
                  <a:pt x="10462437" y="4359339"/>
                  <a:pt x="10462437" y="4288433"/>
                </a:cubicBezTo>
                <a:cubicBezTo>
                  <a:pt x="10462437" y="4270624"/>
                  <a:pt x="10466864" y="4253057"/>
                  <a:pt x="10467753" y="4235270"/>
                </a:cubicBezTo>
                <a:cubicBezTo>
                  <a:pt x="10470409" y="4182144"/>
                  <a:pt x="10471137" y="4128939"/>
                  <a:pt x="10473070" y="4075782"/>
                </a:cubicBezTo>
                <a:cubicBezTo>
                  <a:pt x="10477561" y="3952284"/>
                  <a:pt x="10477967" y="3951248"/>
                  <a:pt x="10483702" y="3836549"/>
                </a:cubicBezTo>
                <a:cubicBezTo>
                  <a:pt x="10476614" y="3767437"/>
                  <a:pt x="10476062" y="3697339"/>
                  <a:pt x="10462437" y="3629214"/>
                </a:cubicBezTo>
                <a:cubicBezTo>
                  <a:pt x="10458082" y="3607441"/>
                  <a:pt x="10439622" y="3590997"/>
                  <a:pt x="10430539" y="3570735"/>
                </a:cubicBezTo>
                <a:cubicBezTo>
                  <a:pt x="10406408" y="3516904"/>
                  <a:pt x="10394728" y="3479252"/>
                  <a:pt x="10377377" y="3427196"/>
                </a:cubicBezTo>
                <a:cubicBezTo>
                  <a:pt x="10373833" y="3398842"/>
                  <a:pt x="10369900" y="3370535"/>
                  <a:pt x="10366744" y="3342135"/>
                </a:cubicBezTo>
                <a:cubicBezTo>
                  <a:pt x="10361883" y="3298384"/>
                  <a:pt x="10364189" y="3246955"/>
                  <a:pt x="10334846" y="3209228"/>
                </a:cubicBezTo>
                <a:cubicBezTo>
                  <a:pt x="10312417" y="3180391"/>
                  <a:pt x="10249786" y="3140117"/>
                  <a:pt x="10249786" y="3140117"/>
                </a:cubicBezTo>
                <a:lnTo>
                  <a:pt x="9983972" y="3150749"/>
                </a:lnTo>
                <a:cubicBezTo>
                  <a:pt x="9717710" y="3159930"/>
                  <a:pt x="9869644" y="3150180"/>
                  <a:pt x="9712842" y="3161382"/>
                </a:cubicBezTo>
                <a:cubicBezTo>
                  <a:pt x="9698665" y="3159610"/>
                  <a:pt x="9678884" y="3167495"/>
                  <a:pt x="9670312" y="3156065"/>
                </a:cubicBezTo>
                <a:cubicBezTo>
                  <a:pt x="9658389" y="3140168"/>
                  <a:pt x="9671505" y="3092968"/>
                  <a:pt x="9659679" y="3071005"/>
                </a:cubicBezTo>
                <a:cubicBezTo>
                  <a:pt x="9651277" y="3055402"/>
                  <a:pt x="9637364" y="3043381"/>
                  <a:pt x="9627781" y="3028475"/>
                </a:cubicBezTo>
                <a:cubicBezTo>
                  <a:pt x="9588985" y="2968126"/>
                  <a:pt x="9638413" y="3023158"/>
                  <a:pt x="9585251" y="2969996"/>
                </a:cubicBezTo>
                <a:cubicBezTo>
                  <a:pt x="9577447" y="2946581"/>
                  <a:pt x="9572645" y="2927163"/>
                  <a:pt x="9558670" y="2906200"/>
                </a:cubicBezTo>
                <a:cubicBezTo>
                  <a:pt x="9554500" y="2899944"/>
                  <a:pt x="9548037" y="2895567"/>
                  <a:pt x="9542721" y="2890251"/>
                </a:cubicBezTo>
                <a:cubicBezTo>
                  <a:pt x="9516140" y="2893795"/>
                  <a:pt x="9489448" y="2896591"/>
                  <a:pt x="9462977" y="2900884"/>
                </a:cubicBezTo>
                <a:cubicBezTo>
                  <a:pt x="9423863" y="2907227"/>
                  <a:pt x="9385642" y="2922545"/>
                  <a:pt x="9346019" y="2922149"/>
                </a:cubicBezTo>
                <a:cubicBezTo>
                  <a:pt x="9207519" y="2920764"/>
                  <a:pt x="9069572" y="2904428"/>
                  <a:pt x="8931349" y="2895568"/>
                </a:cubicBezTo>
                <a:cubicBezTo>
                  <a:pt x="8856298" y="2870548"/>
                  <a:pt x="8776955" y="2859196"/>
                  <a:pt x="8702749" y="2831772"/>
                </a:cubicBezTo>
                <a:cubicBezTo>
                  <a:pt x="8694137" y="2828589"/>
                  <a:pt x="8634894" y="2758532"/>
                  <a:pt x="8633637" y="2757345"/>
                </a:cubicBezTo>
                <a:cubicBezTo>
                  <a:pt x="8615326" y="2740051"/>
                  <a:pt x="8594926" y="2725105"/>
                  <a:pt x="8575158" y="2709498"/>
                </a:cubicBezTo>
                <a:cubicBezTo>
                  <a:pt x="8561760" y="2698921"/>
                  <a:pt x="8526016" y="2670670"/>
                  <a:pt x="8506046" y="2661651"/>
                </a:cubicBezTo>
                <a:cubicBezTo>
                  <a:pt x="8460452" y="2641060"/>
                  <a:pt x="8415926" y="2616916"/>
                  <a:pt x="8367823" y="2603172"/>
                </a:cubicBezTo>
                <a:cubicBezTo>
                  <a:pt x="8205990" y="2556934"/>
                  <a:pt x="8266399" y="2580970"/>
                  <a:pt x="8181753" y="2544693"/>
                </a:cubicBezTo>
                <a:cubicBezTo>
                  <a:pt x="8178850" y="2515666"/>
                  <a:pt x="8181249" y="2490045"/>
                  <a:pt x="8165805" y="2464949"/>
                </a:cubicBezTo>
                <a:cubicBezTo>
                  <a:pt x="8156518" y="2449857"/>
                  <a:pt x="8143737" y="2437164"/>
                  <a:pt x="8133907" y="2422419"/>
                </a:cubicBezTo>
                <a:cubicBezTo>
                  <a:pt x="8128437" y="2414214"/>
                  <a:pt x="8077244" y="2325158"/>
                  <a:pt x="8059479" y="2310777"/>
                </a:cubicBezTo>
                <a:cubicBezTo>
                  <a:pt x="8011465" y="2271909"/>
                  <a:pt x="7986921" y="2265626"/>
                  <a:pt x="7937205" y="2246982"/>
                </a:cubicBezTo>
                <a:cubicBezTo>
                  <a:pt x="7931889" y="2239894"/>
                  <a:pt x="7926171" y="2233089"/>
                  <a:pt x="7921256" y="2225717"/>
                </a:cubicBezTo>
                <a:cubicBezTo>
                  <a:pt x="7908439" y="2206492"/>
                  <a:pt x="7898834" y="2184988"/>
                  <a:pt x="7884042" y="2167238"/>
                </a:cubicBezTo>
                <a:cubicBezTo>
                  <a:pt x="7880454" y="2162933"/>
                  <a:pt x="7873409" y="2163693"/>
                  <a:pt x="7868093" y="2161921"/>
                </a:cubicBezTo>
                <a:cubicBezTo>
                  <a:pt x="7849259" y="2114838"/>
                  <a:pt x="7866529" y="2154460"/>
                  <a:pt x="7836195" y="2098126"/>
                </a:cubicBezTo>
                <a:cubicBezTo>
                  <a:pt x="7830559" y="2087659"/>
                  <a:pt x="7825074" y="2077091"/>
                  <a:pt x="7820246" y="2066228"/>
                </a:cubicBezTo>
                <a:cubicBezTo>
                  <a:pt x="7817970" y="2061107"/>
                  <a:pt x="7818577" y="2054534"/>
                  <a:pt x="7814930" y="2050279"/>
                </a:cubicBezTo>
                <a:cubicBezTo>
                  <a:pt x="7807546" y="2041664"/>
                  <a:pt x="7797209" y="2036102"/>
                  <a:pt x="7788349" y="2029014"/>
                </a:cubicBezTo>
                <a:cubicBezTo>
                  <a:pt x="7786577" y="2023698"/>
                  <a:pt x="7786620" y="2017370"/>
                  <a:pt x="7783032" y="2013065"/>
                </a:cubicBezTo>
                <a:cubicBezTo>
                  <a:pt x="7744853" y="1967251"/>
                  <a:pt x="7749994" y="1972623"/>
                  <a:pt x="7713921" y="1954586"/>
                </a:cubicBezTo>
                <a:cubicBezTo>
                  <a:pt x="7673162" y="1958407"/>
                  <a:pt x="7510267" y="1975851"/>
                  <a:pt x="7448107" y="1975851"/>
                </a:cubicBezTo>
                <a:cubicBezTo>
                  <a:pt x="7276205" y="1975851"/>
                  <a:pt x="7104321" y="1972307"/>
                  <a:pt x="6932428" y="1970535"/>
                </a:cubicBezTo>
                <a:cubicBezTo>
                  <a:pt x="6921257" y="1965747"/>
                  <a:pt x="6883567" y="1953064"/>
                  <a:pt x="6873949" y="1938638"/>
                </a:cubicBezTo>
                <a:cubicBezTo>
                  <a:pt x="6867334" y="1928716"/>
                  <a:pt x="6854770" y="1870886"/>
                  <a:pt x="6852684" y="1864210"/>
                </a:cubicBezTo>
                <a:cubicBezTo>
                  <a:pt x="6848168" y="1849758"/>
                  <a:pt x="6841828" y="1835938"/>
                  <a:pt x="6836735" y="1821679"/>
                </a:cubicBezTo>
                <a:cubicBezTo>
                  <a:pt x="6832965" y="1811124"/>
                  <a:pt x="6829646" y="1800414"/>
                  <a:pt x="6826102" y="1789782"/>
                </a:cubicBezTo>
                <a:cubicBezTo>
                  <a:pt x="6820189" y="1772044"/>
                  <a:pt x="6816584" y="1758716"/>
                  <a:pt x="6804837" y="1741935"/>
                </a:cubicBezTo>
                <a:cubicBezTo>
                  <a:pt x="6799088" y="1733723"/>
                  <a:pt x="6790660" y="1727758"/>
                  <a:pt x="6783572" y="1720670"/>
                </a:cubicBezTo>
                <a:cubicBezTo>
                  <a:pt x="6780028" y="1710037"/>
                  <a:pt x="6777354" y="1699074"/>
                  <a:pt x="6772939" y="1688772"/>
                </a:cubicBezTo>
                <a:cubicBezTo>
                  <a:pt x="6766695" y="1674204"/>
                  <a:pt x="6757364" y="1661036"/>
                  <a:pt x="6751674" y="1646242"/>
                </a:cubicBezTo>
                <a:cubicBezTo>
                  <a:pt x="6727245" y="1582726"/>
                  <a:pt x="6725808" y="1574669"/>
                  <a:pt x="6714460" y="1529284"/>
                </a:cubicBezTo>
                <a:cubicBezTo>
                  <a:pt x="6704650" y="1431178"/>
                  <a:pt x="6706166" y="1470070"/>
                  <a:pt x="6714460" y="1316633"/>
                </a:cubicBezTo>
                <a:cubicBezTo>
                  <a:pt x="6715136" y="1304121"/>
                  <a:pt x="6716335" y="1291468"/>
                  <a:pt x="6719777" y="1279419"/>
                </a:cubicBezTo>
                <a:cubicBezTo>
                  <a:pt x="6731400" y="1238738"/>
                  <a:pt x="6731478" y="1252295"/>
                  <a:pt x="6746358" y="1226256"/>
                </a:cubicBezTo>
                <a:cubicBezTo>
                  <a:pt x="6750290" y="1219375"/>
                  <a:pt x="6752236" y="1211331"/>
                  <a:pt x="6756991" y="1204991"/>
                </a:cubicBezTo>
                <a:cubicBezTo>
                  <a:pt x="6763006" y="1196972"/>
                  <a:pt x="6772167" y="1191689"/>
                  <a:pt x="6778256" y="1183726"/>
                </a:cubicBezTo>
                <a:cubicBezTo>
                  <a:pt x="6795276" y="1161469"/>
                  <a:pt x="6806289" y="1134427"/>
                  <a:pt x="6826102" y="1114614"/>
                </a:cubicBezTo>
                <a:cubicBezTo>
                  <a:pt x="6833190" y="1107526"/>
                  <a:pt x="6841352" y="1101368"/>
                  <a:pt x="6847367" y="1093349"/>
                </a:cubicBezTo>
                <a:cubicBezTo>
                  <a:pt x="6852999" y="1085840"/>
                  <a:pt x="6873674" y="1035386"/>
                  <a:pt x="6873949" y="1034870"/>
                </a:cubicBezTo>
                <a:cubicBezTo>
                  <a:pt x="6881816" y="1020119"/>
                  <a:pt x="6891670" y="1006517"/>
                  <a:pt x="6900530" y="992340"/>
                </a:cubicBezTo>
                <a:cubicBezTo>
                  <a:pt x="6907618" y="969303"/>
                  <a:pt x="6920992" y="947318"/>
                  <a:pt x="6921795" y="923228"/>
                </a:cubicBezTo>
                <a:cubicBezTo>
                  <a:pt x="6924572" y="839911"/>
                  <a:pt x="6919458" y="756313"/>
                  <a:pt x="6911163" y="673363"/>
                </a:cubicBezTo>
                <a:cubicBezTo>
                  <a:pt x="6910415" y="665882"/>
                  <a:pt x="6902689" y="658222"/>
                  <a:pt x="6895214" y="657414"/>
                </a:cubicBezTo>
                <a:cubicBezTo>
                  <a:pt x="6835286" y="650935"/>
                  <a:pt x="6774711" y="653870"/>
                  <a:pt x="6714460" y="652098"/>
                </a:cubicBezTo>
                <a:cubicBezTo>
                  <a:pt x="6703828" y="650326"/>
                  <a:pt x="6692887" y="649879"/>
                  <a:pt x="6682563" y="646782"/>
                </a:cubicBezTo>
                <a:cubicBezTo>
                  <a:pt x="6674972" y="644505"/>
                  <a:pt x="6668540" y="639368"/>
                  <a:pt x="6661298" y="636149"/>
                </a:cubicBezTo>
                <a:cubicBezTo>
                  <a:pt x="6652577" y="632273"/>
                  <a:pt x="6643577" y="629061"/>
                  <a:pt x="6634716" y="625517"/>
                </a:cubicBezTo>
                <a:cubicBezTo>
                  <a:pt x="6623972" y="593282"/>
                  <a:pt x="6614199" y="578460"/>
                  <a:pt x="6629400" y="540456"/>
                </a:cubicBezTo>
                <a:cubicBezTo>
                  <a:pt x="6634054" y="528822"/>
                  <a:pt x="6647121" y="522735"/>
                  <a:pt x="6655981" y="513875"/>
                </a:cubicBezTo>
                <a:cubicBezTo>
                  <a:pt x="6668162" y="477337"/>
                  <a:pt x="6653217" y="514243"/>
                  <a:pt x="6698512" y="460712"/>
                </a:cubicBezTo>
                <a:cubicBezTo>
                  <a:pt x="6706766" y="450957"/>
                  <a:pt x="6712110" y="439037"/>
                  <a:pt x="6719777" y="428814"/>
                </a:cubicBezTo>
                <a:cubicBezTo>
                  <a:pt x="6728081" y="417742"/>
                  <a:pt x="6738874" y="408559"/>
                  <a:pt x="6746358" y="396917"/>
                </a:cubicBezTo>
                <a:cubicBezTo>
                  <a:pt x="6754929" y="383584"/>
                  <a:pt x="6760981" y="368777"/>
                  <a:pt x="6767623" y="354386"/>
                </a:cubicBezTo>
                <a:cubicBezTo>
                  <a:pt x="6771622" y="345721"/>
                  <a:pt x="6773448" y="336048"/>
                  <a:pt x="6778256" y="327805"/>
                </a:cubicBezTo>
                <a:cubicBezTo>
                  <a:pt x="6830157" y="238832"/>
                  <a:pt x="6783360" y="340703"/>
                  <a:pt x="6820786" y="253377"/>
                </a:cubicBezTo>
                <a:cubicBezTo>
                  <a:pt x="6819014" y="186037"/>
                  <a:pt x="6821182" y="118478"/>
                  <a:pt x="6815470" y="51358"/>
                </a:cubicBezTo>
                <a:cubicBezTo>
                  <a:pt x="6814044" y="34607"/>
                  <a:pt x="6800570" y="-13267"/>
                  <a:pt x="6799521" y="3512"/>
                </a:cubicBezTo>
                <a:cubicBezTo>
                  <a:pt x="6796748" y="47869"/>
                  <a:pt x="6809095" y="91988"/>
                  <a:pt x="6810153" y="136419"/>
                </a:cubicBezTo>
                <a:cubicBezTo>
                  <a:pt x="6810871" y="166588"/>
                  <a:pt x="6806609" y="196670"/>
                  <a:pt x="6804837" y="22679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59207F-B821-DDD0-F71E-04A0C3174AD6}"/>
              </a:ext>
            </a:extLst>
          </p:cNvPr>
          <p:cNvSpPr txBox="1"/>
          <p:nvPr/>
        </p:nvSpPr>
        <p:spPr>
          <a:xfrm rot="19627806">
            <a:off x="1667774" y="4695467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 3 /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7E7485-67EA-E7A6-4673-12AAA146A976}"/>
              </a:ext>
            </a:extLst>
          </p:cNvPr>
          <p:cNvSpPr txBox="1"/>
          <p:nvPr/>
        </p:nvSpPr>
        <p:spPr>
          <a:xfrm rot="20461481">
            <a:off x="7501682" y="1612215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 3 / 3</a:t>
            </a:r>
          </a:p>
        </p:txBody>
      </p:sp>
      <p:sp>
        <p:nvSpPr>
          <p:cNvPr id="30" name="Flowchart: Summing Junction 29">
            <a:extLst>
              <a:ext uri="{FF2B5EF4-FFF2-40B4-BE49-F238E27FC236}">
                <a16:creationId xmlns:a16="http://schemas.microsoft.com/office/drawing/2014/main" id="{DC99D02E-F4FD-C2BE-9F18-25F333273405}"/>
              </a:ext>
            </a:extLst>
          </p:cNvPr>
          <p:cNvSpPr/>
          <p:nvPr/>
        </p:nvSpPr>
        <p:spPr>
          <a:xfrm>
            <a:off x="2257881" y="2408275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lowchart: Summing Junction 31">
            <a:extLst>
              <a:ext uri="{FF2B5EF4-FFF2-40B4-BE49-F238E27FC236}">
                <a16:creationId xmlns:a16="http://schemas.microsoft.com/office/drawing/2014/main" id="{3CD67E5F-981D-3F72-63BD-98D2E688A8D9}"/>
              </a:ext>
            </a:extLst>
          </p:cNvPr>
          <p:cNvSpPr/>
          <p:nvPr/>
        </p:nvSpPr>
        <p:spPr>
          <a:xfrm>
            <a:off x="6990026" y="295940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C4EB0A0-FE53-0790-9123-AC638F0C455E}"/>
              </a:ext>
            </a:extLst>
          </p:cNvPr>
          <p:cNvGrpSpPr/>
          <p:nvPr/>
        </p:nvGrpSpPr>
        <p:grpSpPr>
          <a:xfrm rot="19870561">
            <a:off x="1633437" y="2124977"/>
            <a:ext cx="5120640" cy="332794"/>
            <a:chOff x="4391247" y="2408274"/>
            <a:chExt cx="2103120" cy="332794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5FFFC44C-DDD7-E35D-6C1B-994563AD56BF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5579967" y="2545434"/>
              <a:ext cx="91440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68742D11-10C3-1D1F-0E0B-355C24682B77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rot="10800000" flipV="1">
              <a:off x="4391247" y="2545434"/>
              <a:ext cx="91440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35AB79-A6EE-E822-DB5F-DF666E24781B}"/>
                </a:ext>
              </a:extLst>
            </p:cNvPr>
            <p:cNvSpPr/>
            <p:nvPr/>
          </p:nvSpPr>
          <p:spPr>
            <a:xfrm>
              <a:off x="5305649" y="2408274"/>
              <a:ext cx="27432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325C510-4715-301F-95F4-57EFC348C5DE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3ECB9660-8DDA-2051-38EF-A1954F439007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5000187-1D55-6344-4171-714F32A024ED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9C7558D-8695-5995-57F9-6C2B0F6B4EDF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DDE4434-BB8D-B217-6FF5-8A9F692BB5D6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BBC62C3-1F7B-1CC9-A147-E1929C8189C0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3F5A7DC-FAA2-0875-4EB6-7B3A896AB798}"/>
              </a:ext>
            </a:extLst>
          </p:cNvPr>
          <p:cNvGrpSpPr/>
          <p:nvPr/>
        </p:nvGrpSpPr>
        <p:grpSpPr>
          <a:xfrm rot="2712451">
            <a:off x="6915979" y="2624372"/>
            <a:ext cx="4273189" cy="1235279"/>
            <a:chOff x="3998111" y="1320038"/>
            <a:chExt cx="4273184" cy="1235279"/>
          </a:xfrm>
        </p:grpSpPr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BDA967E6-1D53-D169-E12A-17154C412443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8846901-549F-31C7-1330-9F8277AB8128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4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B1091-A141-A8AC-8C2D-EF476116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53F62C-1606-2800-E585-C7BC7D5BE42E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D5D2E6-F3D2-777F-DB91-AB4035899E19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36D3E01-D442-F7ED-C089-8FC099A26968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F93DA902-9D1D-C67C-D5CE-CD12B81B58A8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C6E7D46-DC1B-03F9-7762-ACEBF31DB758}"/>
              </a:ext>
            </a:extLst>
          </p:cNvPr>
          <p:cNvSpPr/>
          <p:nvPr/>
        </p:nvSpPr>
        <p:spPr>
          <a:xfrm>
            <a:off x="1217428" y="33702"/>
            <a:ext cx="10483702" cy="6658422"/>
          </a:xfrm>
          <a:custGeom>
            <a:avLst/>
            <a:gdLst>
              <a:gd name="csX0" fmla="*/ 37214 w 10483702"/>
              <a:gd name="csY0" fmla="*/ 3203912 h 6658422"/>
              <a:gd name="csX1" fmla="*/ 53163 w 10483702"/>
              <a:gd name="csY1" fmla="*/ 3230493 h 6658422"/>
              <a:gd name="csX2" fmla="*/ 69112 w 10483702"/>
              <a:gd name="csY2" fmla="*/ 3246442 h 6658422"/>
              <a:gd name="csX3" fmla="*/ 90377 w 10483702"/>
              <a:gd name="csY3" fmla="*/ 3294289 h 6658422"/>
              <a:gd name="csX4" fmla="*/ 111642 w 10483702"/>
              <a:gd name="csY4" fmla="*/ 3352768 h 6658422"/>
              <a:gd name="csX5" fmla="*/ 154172 w 10483702"/>
              <a:gd name="csY5" fmla="*/ 3368717 h 6658422"/>
              <a:gd name="csX6" fmla="*/ 170121 w 10483702"/>
              <a:gd name="csY6" fmla="*/ 3384665 h 6658422"/>
              <a:gd name="csX7" fmla="*/ 159488 w 10483702"/>
              <a:gd name="csY7" fmla="*/ 3448461 h 6658422"/>
              <a:gd name="csX8" fmla="*/ 138223 w 10483702"/>
              <a:gd name="csY8" fmla="*/ 3506940 h 6658422"/>
              <a:gd name="csX9" fmla="*/ 122274 w 10483702"/>
              <a:gd name="csY9" fmla="*/ 3544154 h 6658422"/>
              <a:gd name="csX10" fmla="*/ 101009 w 10483702"/>
              <a:gd name="csY10" fmla="*/ 3592000 h 6658422"/>
              <a:gd name="csX11" fmla="*/ 85060 w 10483702"/>
              <a:gd name="csY11" fmla="*/ 3655796 h 6658422"/>
              <a:gd name="csX12" fmla="*/ 69112 w 10483702"/>
              <a:gd name="csY12" fmla="*/ 3693010 h 6658422"/>
              <a:gd name="csX13" fmla="*/ 58479 w 10483702"/>
              <a:gd name="csY13" fmla="*/ 3714275 h 6658422"/>
              <a:gd name="csX14" fmla="*/ 47846 w 10483702"/>
              <a:gd name="csY14" fmla="*/ 3740856 h 6658422"/>
              <a:gd name="csX15" fmla="*/ 42530 w 10483702"/>
              <a:gd name="csY15" fmla="*/ 3783386 h 6658422"/>
              <a:gd name="csX16" fmla="*/ 26581 w 10483702"/>
              <a:gd name="csY16" fmla="*/ 3794019 h 6658422"/>
              <a:gd name="csX17" fmla="*/ 21265 w 10483702"/>
              <a:gd name="csY17" fmla="*/ 3815284 h 6658422"/>
              <a:gd name="csX18" fmla="*/ 10632 w 10483702"/>
              <a:gd name="csY18" fmla="*/ 3900345 h 6658422"/>
              <a:gd name="csX19" fmla="*/ 5316 w 10483702"/>
              <a:gd name="csY19" fmla="*/ 3921610 h 6658422"/>
              <a:gd name="csX20" fmla="*/ 0 w 10483702"/>
              <a:gd name="csY20" fmla="*/ 3948191 h 6658422"/>
              <a:gd name="csX21" fmla="*/ 5316 w 10483702"/>
              <a:gd name="csY21" fmla="*/ 4315014 h 6658422"/>
              <a:gd name="csX22" fmla="*/ 21265 w 10483702"/>
              <a:gd name="csY22" fmla="*/ 4442605 h 6658422"/>
              <a:gd name="csX23" fmla="*/ 53163 w 10483702"/>
              <a:gd name="csY23" fmla="*/ 4506400 h 6658422"/>
              <a:gd name="csX24" fmla="*/ 170121 w 10483702"/>
              <a:gd name="csY24" fmla="*/ 4538298 h 6658422"/>
              <a:gd name="csX25" fmla="*/ 664535 w 10483702"/>
              <a:gd name="csY25" fmla="*/ 4543614 h 6658422"/>
              <a:gd name="csX26" fmla="*/ 728330 w 10483702"/>
              <a:gd name="csY26" fmla="*/ 4554247 h 6658422"/>
              <a:gd name="csX27" fmla="*/ 770860 w 10483702"/>
              <a:gd name="csY27" fmla="*/ 4580828 h 6658422"/>
              <a:gd name="csX28" fmla="*/ 781493 w 10483702"/>
              <a:gd name="csY28" fmla="*/ 4596777 h 6658422"/>
              <a:gd name="csX29" fmla="*/ 802758 w 10483702"/>
              <a:gd name="csY29" fmla="*/ 4618042 h 6658422"/>
              <a:gd name="csX30" fmla="*/ 813391 w 10483702"/>
              <a:gd name="csY30" fmla="*/ 4655256 h 6658422"/>
              <a:gd name="csX31" fmla="*/ 893135 w 10483702"/>
              <a:gd name="csY31" fmla="*/ 4761582 h 6658422"/>
              <a:gd name="csX32" fmla="*/ 956930 w 10483702"/>
              <a:gd name="csY32" fmla="*/ 4814745 h 6658422"/>
              <a:gd name="csX33" fmla="*/ 1036674 w 10483702"/>
              <a:gd name="csY33" fmla="*/ 4883856 h 6658422"/>
              <a:gd name="csX34" fmla="*/ 1089837 w 10483702"/>
              <a:gd name="csY34" fmla="*/ 5016763 h 6658422"/>
              <a:gd name="csX35" fmla="*/ 1127051 w 10483702"/>
              <a:gd name="csY35" fmla="*/ 5096507 h 6658422"/>
              <a:gd name="csX36" fmla="*/ 1137684 w 10483702"/>
              <a:gd name="csY36" fmla="*/ 5112456 h 6658422"/>
              <a:gd name="csX37" fmla="*/ 1164265 w 10483702"/>
              <a:gd name="csY37" fmla="*/ 5117772 h 6658422"/>
              <a:gd name="csX38" fmla="*/ 1350335 w 10483702"/>
              <a:gd name="csY38" fmla="*/ 5213465 h 6658422"/>
              <a:gd name="csX39" fmla="*/ 1387549 w 10483702"/>
              <a:gd name="csY39" fmla="*/ 5234731 h 6658422"/>
              <a:gd name="csX40" fmla="*/ 1398181 w 10483702"/>
              <a:gd name="csY40" fmla="*/ 5277261 h 6658422"/>
              <a:gd name="csX41" fmla="*/ 1414130 w 10483702"/>
              <a:gd name="csY41" fmla="*/ 5325107 h 6658422"/>
              <a:gd name="csX42" fmla="*/ 1451344 w 10483702"/>
              <a:gd name="csY42" fmla="*/ 5367638 h 6658422"/>
              <a:gd name="csX43" fmla="*/ 1499191 w 10483702"/>
              <a:gd name="csY43" fmla="*/ 5442065 h 6658422"/>
              <a:gd name="csX44" fmla="*/ 1562986 w 10483702"/>
              <a:gd name="csY44" fmla="*/ 5505861 h 6658422"/>
              <a:gd name="csX45" fmla="*/ 1605516 w 10483702"/>
              <a:gd name="csY45" fmla="*/ 5543075 h 6658422"/>
              <a:gd name="csX46" fmla="*/ 1648046 w 10483702"/>
              <a:gd name="csY46" fmla="*/ 5590921 h 6658422"/>
              <a:gd name="csX47" fmla="*/ 1717158 w 10483702"/>
              <a:gd name="csY47" fmla="*/ 5633451 h 6658422"/>
              <a:gd name="csX48" fmla="*/ 1818167 w 10483702"/>
              <a:gd name="csY48" fmla="*/ 5691931 h 6658422"/>
              <a:gd name="csX49" fmla="*/ 1903228 w 10483702"/>
              <a:gd name="csY49" fmla="*/ 5750410 h 6658422"/>
              <a:gd name="csX50" fmla="*/ 1951074 w 10483702"/>
              <a:gd name="csY50" fmla="*/ 5787624 h 6658422"/>
              <a:gd name="csX51" fmla="*/ 1982972 w 10483702"/>
              <a:gd name="csY51" fmla="*/ 5803572 h 6658422"/>
              <a:gd name="csX52" fmla="*/ 2147777 w 10483702"/>
              <a:gd name="csY52" fmla="*/ 5904582 h 6658422"/>
              <a:gd name="csX53" fmla="*/ 2174358 w 10483702"/>
              <a:gd name="csY53" fmla="*/ 5909898 h 6658422"/>
              <a:gd name="csX54" fmla="*/ 2190307 w 10483702"/>
              <a:gd name="csY54" fmla="*/ 5915214 h 6658422"/>
              <a:gd name="csX55" fmla="*/ 2238153 w 10483702"/>
              <a:gd name="csY55" fmla="*/ 5925847 h 6658422"/>
              <a:gd name="csX56" fmla="*/ 2429539 w 10483702"/>
              <a:gd name="csY56" fmla="*/ 5973693 h 6658422"/>
              <a:gd name="csX57" fmla="*/ 2716619 w 10483702"/>
              <a:gd name="csY57" fmla="*/ 5979010 h 6658422"/>
              <a:gd name="csX58" fmla="*/ 2796363 w 10483702"/>
              <a:gd name="csY58" fmla="*/ 6000275 h 6658422"/>
              <a:gd name="csX59" fmla="*/ 2886739 w 10483702"/>
              <a:gd name="csY59" fmla="*/ 6032172 h 6658422"/>
              <a:gd name="csX60" fmla="*/ 2939902 w 10483702"/>
              <a:gd name="csY60" fmla="*/ 6037489 h 6658422"/>
              <a:gd name="csX61" fmla="*/ 3253563 w 10483702"/>
              <a:gd name="csY61" fmla="*/ 6127865 h 6658422"/>
              <a:gd name="csX62" fmla="*/ 3397102 w 10483702"/>
              <a:gd name="csY62" fmla="*/ 6159763 h 6658422"/>
              <a:gd name="csX63" fmla="*/ 3524693 w 10483702"/>
              <a:gd name="csY63" fmla="*/ 6186345 h 6658422"/>
              <a:gd name="csX64" fmla="*/ 3556591 w 10483702"/>
              <a:gd name="csY64" fmla="*/ 6202293 h 6658422"/>
              <a:gd name="csX65" fmla="*/ 3646967 w 10483702"/>
              <a:gd name="csY65" fmla="*/ 6228875 h 6658422"/>
              <a:gd name="csX66" fmla="*/ 3811772 w 10483702"/>
              <a:gd name="csY66" fmla="*/ 6287354 h 6658422"/>
              <a:gd name="csX67" fmla="*/ 3891516 w 10483702"/>
              <a:gd name="csY67" fmla="*/ 6313935 h 6658422"/>
              <a:gd name="csX68" fmla="*/ 4141381 w 10483702"/>
              <a:gd name="csY68" fmla="*/ 6425577 h 6658422"/>
              <a:gd name="csX69" fmla="*/ 4279605 w 10483702"/>
              <a:gd name="csY69" fmla="*/ 6468107 h 6658422"/>
              <a:gd name="csX70" fmla="*/ 4433777 w 10483702"/>
              <a:gd name="csY70" fmla="*/ 6510638 h 6658422"/>
              <a:gd name="csX71" fmla="*/ 4497572 w 10483702"/>
              <a:gd name="csY71" fmla="*/ 6521270 h 6658422"/>
              <a:gd name="csX72" fmla="*/ 4518837 w 10483702"/>
              <a:gd name="csY72" fmla="*/ 6531903 h 6658422"/>
              <a:gd name="csX73" fmla="*/ 4619846 w 10483702"/>
              <a:gd name="csY73" fmla="*/ 6627596 h 6658422"/>
              <a:gd name="csX74" fmla="*/ 4720856 w 10483702"/>
              <a:gd name="csY74" fmla="*/ 6622279 h 6658422"/>
              <a:gd name="csX75" fmla="*/ 5018567 w 10483702"/>
              <a:gd name="csY75" fmla="*/ 6638228 h 6658422"/>
              <a:gd name="csX76" fmla="*/ 5071730 w 10483702"/>
              <a:gd name="csY76" fmla="*/ 6632912 h 6658422"/>
              <a:gd name="csX77" fmla="*/ 5140842 w 10483702"/>
              <a:gd name="csY77" fmla="*/ 6616963 h 6658422"/>
              <a:gd name="csX78" fmla="*/ 5167423 w 10483702"/>
              <a:gd name="csY78" fmla="*/ 6611647 h 6658422"/>
              <a:gd name="csX79" fmla="*/ 5342860 w 10483702"/>
              <a:gd name="csY79" fmla="*/ 6632912 h 6658422"/>
              <a:gd name="csX80" fmla="*/ 5396023 w 10483702"/>
              <a:gd name="csY80" fmla="*/ 6638228 h 6658422"/>
              <a:gd name="csX81" fmla="*/ 5715000 w 10483702"/>
              <a:gd name="csY81" fmla="*/ 6632912 h 6658422"/>
              <a:gd name="csX82" fmla="*/ 6012712 w 10483702"/>
              <a:gd name="csY82" fmla="*/ 6638228 h 6658422"/>
              <a:gd name="csX83" fmla="*/ 6916479 w 10483702"/>
              <a:gd name="csY83" fmla="*/ 6627596 h 6658422"/>
              <a:gd name="csX84" fmla="*/ 6959009 w 10483702"/>
              <a:gd name="csY84" fmla="*/ 6606331 h 6658422"/>
              <a:gd name="csX85" fmla="*/ 7075967 w 10483702"/>
              <a:gd name="csY85" fmla="*/ 6563800 h 6658422"/>
              <a:gd name="csX86" fmla="*/ 7214191 w 10483702"/>
              <a:gd name="csY86" fmla="*/ 6542535 h 6658422"/>
              <a:gd name="csX87" fmla="*/ 7293935 w 10483702"/>
              <a:gd name="csY87" fmla="*/ 6521270 h 6658422"/>
              <a:gd name="csX88" fmla="*/ 7437474 w 10483702"/>
              <a:gd name="csY88" fmla="*/ 6505321 h 6658422"/>
              <a:gd name="csX89" fmla="*/ 7538484 w 10483702"/>
              <a:gd name="csY89" fmla="*/ 6457475 h 6658422"/>
              <a:gd name="csX90" fmla="*/ 7612912 w 10483702"/>
              <a:gd name="csY90" fmla="*/ 6430893 h 6658422"/>
              <a:gd name="csX91" fmla="*/ 7644809 w 10483702"/>
              <a:gd name="csY91" fmla="*/ 6420261 h 6658422"/>
              <a:gd name="csX92" fmla="*/ 7692656 w 10483702"/>
              <a:gd name="csY92" fmla="*/ 6414945 h 6658422"/>
              <a:gd name="csX93" fmla="*/ 7777716 w 10483702"/>
              <a:gd name="csY93" fmla="*/ 6398996 h 6658422"/>
              <a:gd name="csX94" fmla="*/ 8133907 w 10483702"/>
              <a:gd name="csY94" fmla="*/ 6383047 h 6658422"/>
              <a:gd name="csX95" fmla="*/ 8415670 w 10483702"/>
              <a:gd name="csY95" fmla="*/ 6250140 h 6658422"/>
              <a:gd name="csX96" fmla="*/ 8447567 w 10483702"/>
              <a:gd name="csY96" fmla="*/ 6223558 h 6658422"/>
              <a:gd name="csX97" fmla="*/ 8596423 w 10483702"/>
              <a:gd name="csY97" fmla="*/ 6234191 h 6658422"/>
              <a:gd name="csX98" fmla="*/ 8686800 w 10483702"/>
              <a:gd name="csY98" fmla="*/ 6228875 h 6658422"/>
              <a:gd name="csX99" fmla="*/ 8761228 w 10483702"/>
              <a:gd name="csY99" fmla="*/ 6202293 h 6658422"/>
              <a:gd name="csX100" fmla="*/ 8798442 w 10483702"/>
              <a:gd name="csY100" fmla="*/ 6181028 h 6658422"/>
              <a:gd name="csX101" fmla="*/ 8888819 w 10483702"/>
              <a:gd name="csY101" fmla="*/ 6165079 h 6658422"/>
              <a:gd name="csX102" fmla="*/ 8915400 w 10483702"/>
              <a:gd name="csY102" fmla="*/ 6154447 h 6658422"/>
              <a:gd name="csX103" fmla="*/ 9080205 w 10483702"/>
              <a:gd name="csY103" fmla="*/ 6117233 h 6658422"/>
              <a:gd name="csX104" fmla="*/ 9154632 w 10483702"/>
              <a:gd name="csY104" fmla="*/ 6074703 h 6658422"/>
              <a:gd name="csX105" fmla="*/ 9186530 w 10483702"/>
              <a:gd name="csY105" fmla="*/ 6064070 h 6658422"/>
              <a:gd name="csX106" fmla="*/ 9276907 w 10483702"/>
              <a:gd name="csY106" fmla="*/ 6042805 h 6658422"/>
              <a:gd name="csX107" fmla="*/ 9415130 w 10483702"/>
              <a:gd name="csY107" fmla="*/ 5984326 h 6658422"/>
              <a:gd name="csX108" fmla="*/ 9510823 w 10483702"/>
              <a:gd name="csY108" fmla="*/ 5952428 h 6658422"/>
              <a:gd name="csX109" fmla="*/ 9686260 w 10483702"/>
              <a:gd name="csY109" fmla="*/ 5835470 h 6658422"/>
              <a:gd name="csX110" fmla="*/ 10015870 w 10483702"/>
              <a:gd name="csY110" fmla="*/ 5660033 h 6658422"/>
              <a:gd name="csX111" fmla="*/ 10063716 w 10483702"/>
              <a:gd name="csY111" fmla="*/ 5580289 h 6658422"/>
              <a:gd name="csX112" fmla="*/ 10111563 w 10483702"/>
              <a:gd name="csY112" fmla="*/ 5468647 h 6658422"/>
              <a:gd name="csX113" fmla="*/ 10138144 w 10483702"/>
              <a:gd name="csY113" fmla="*/ 5447382 h 6658422"/>
              <a:gd name="csX114" fmla="*/ 10164725 w 10483702"/>
              <a:gd name="csY114" fmla="*/ 5415484 h 6658422"/>
              <a:gd name="csX115" fmla="*/ 10207256 w 10483702"/>
              <a:gd name="csY115" fmla="*/ 5351689 h 6658422"/>
              <a:gd name="csX116" fmla="*/ 10297632 w 10483702"/>
              <a:gd name="csY116" fmla="*/ 5192200 h 6658422"/>
              <a:gd name="csX117" fmla="*/ 10308265 w 10483702"/>
              <a:gd name="csY117" fmla="*/ 5133721 h 6658422"/>
              <a:gd name="csX118" fmla="*/ 10356112 w 10483702"/>
              <a:gd name="csY118" fmla="*/ 5032712 h 6658422"/>
              <a:gd name="csX119" fmla="*/ 10377377 w 10483702"/>
              <a:gd name="csY119" fmla="*/ 4984865 h 6658422"/>
              <a:gd name="csX120" fmla="*/ 10414591 w 10483702"/>
              <a:gd name="csY120" fmla="*/ 4830693 h 6658422"/>
              <a:gd name="csX121" fmla="*/ 10419907 w 10483702"/>
              <a:gd name="csY121" fmla="*/ 4804112 h 6658422"/>
              <a:gd name="csX122" fmla="*/ 10430539 w 10483702"/>
              <a:gd name="csY122" fmla="*/ 4772214 h 6658422"/>
              <a:gd name="csX123" fmla="*/ 10435856 w 10483702"/>
              <a:gd name="csY123" fmla="*/ 4708419 h 6658422"/>
              <a:gd name="csX124" fmla="*/ 10441172 w 10483702"/>
              <a:gd name="csY124" fmla="*/ 4687154 h 6658422"/>
              <a:gd name="csX125" fmla="*/ 10457121 w 10483702"/>
              <a:gd name="csY125" fmla="*/ 4532982 h 6658422"/>
              <a:gd name="csX126" fmla="*/ 10467753 w 10483702"/>
              <a:gd name="csY126" fmla="*/ 4501084 h 6658422"/>
              <a:gd name="csX127" fmla="*/ 10462437 w 10483702"/>
              <a:gd name="csY127" fmla="*/ 4288433 h 6658422"/>
              <a:gd name="csX128" fmla="*/ 10467753 w 10483702"/>
              <a:gd name="csY128" fmla="*/ 4235270 h 6658422"/>
              <a:gd name="csX129" fmla="*/ 10473070 w 10483702"/>
              <a:gd name="csY129" fmla="*/ 4075782 h 6658422"/>
              <a:gd name="csX130" fmla="*/ 10483702 w 10483702"/>
              <a:gd name="csY130" fmla="*/ 3836549 h 6658422"/>
              <a:gd name="csX131" fmla="*/ 10462437 w 10483702"/>
              <a:gd name="csY131" fmla="*/ 3629214 h 6658422"/>
              <a:gd name="csX132" fmla="*/ 10430539 w 10483702"/>
              <a:gd name="csY132" fmla="*/ 3570735 h 6658422"/>
              <a:gd name="csX133" fmla="*/ 10377377 w 10483702"/>
              <a:gd name="csY133" fmla="*/ 3427196 h 6658422"/>
              <a:gd name="csX134" fmla="*/ 10366744 w 10483702"/>
              <a:gd name="csY134" fmla="*/ 3342135 h 6658422"/>
              <a:gd name="csX135" fmla="*/ 10334846 w 10483702"/>
              <a:gd name="csY135" fmla="*/ 3209228 h 6658422"/>
              <a:gd name="csX136" fmla="*/ 10249786 w 10483702"/>
              <a:gd name="csY136" fmla="*/ 3140117 h 6658422"/>
              <a:gd name="csX137" fmla="*/ 9983972 w 10483702"/>
              <a:gd name="csY137" fmla="*/ 3150749 h 6658422"/>
              <a:gd name="csX138" fmla="*/ 9712842 w 10483702"/>
              <a:gd name="csY138" fmla="*/ 3161382 h 6658422"/>
              <a:gd name="csX139" fmla="*/ 9670312 w 10483702"/>
              <a:gd name="csY139" fmla="*/ 3156065 h 6658422"/>
              <a:gd name="csX140" fmla="*/ 9659679 w 10483702"/>
              <a:gd name="csY140" fmla="*/ 3071005 h 6658422"/>
              <a:gd name="csX141" fmla="*/ 9627781 w 10483702"/>
              <a:gd name="csY141" fmla="*/ 3028475 h 6658422"/>
              <a:gd name="csX142" fmla="*/ 9585251 w 10483702"/>
              <a:gd name="csY142" fmla="*/ 2969996 h 6658422"/>
              <a:gd name="csX143" fmla="*/ 9558670 w 10483702"/>
              <a:gd name="csY143" fmla="*/ 2906200 h 6658422"/>
              <a:gd name="csX144" fmla="*/ 9542721 w 10483702"/>
              <a:gd name="csY144" fmla="*/ 2890251 h 6658422"/>
              <a:gd name="csX145" fmla="*/ 9462977 w 10483702"/>
              <a:gd name="csY145" fmla="*/ 2900884 h 6658422"/>
              <a:gd name="csX146" fmla="*/ 9346019 w 10483702"/>
              <a:gd name="csY146" fmla="*/ 2922149 h 6658422"/>
              <a:gd name="csX147" fmla="*/ 8931349 w 10483702"/>
              <a:gd name="csY147" fmla="*/ 2895568 h 6658422"/>
              <a:gd name="csX148" fmla="*/ 8702749 w 10483702"/>
              <a:gd name="csY148" fmla="*/ 2831772 h 6658422"/>
              <a:gd name="csX149" fmla="*/ 8633637 w 10483702"/>
              <a:gd name="csY149" fmla="*/ 2757345 h 6658422"/>
              <a:gd name="csX150" fmla="*/ 8575158 w 10483702"/>
              <a:gd name="csY150" fmla="*/ 2709498 h 6658422"/>
              <a:gd name="csX151" fmla="*/ 8506046 w 10483702"/>
              <a:gd name="csY151" fmla="*/ 2661651 h 6658422"/>
              <a:gd name="csX152" fmla="*/ 8367823 w 10483702"/>
              <a:gd name="csY152" fmla="*/ 2603172 h 6658422"/>
              <a:gd name="csX153" fmla="*/ 8181753 w 10483702"/>
              <a:gd name="csY153" fmla="*/ 2544693 h 6658422"/>
              <a:gd name="csX154" fmla="*/ 8165805 w 10483702"/>
              <a:gd name="csY154" fmla="*/ 2464949 h 6658422"/>
              <a:gd name="csX155" fmla="*/ 8133907 w 10483702"/>
              <a:gd name="csY155" fmla="*/ 2422419 h 6658422"/>
              <a:gd name="csX156" fmla="*/ 8059479 w 10483702"/>
              <a:gd name="csY156" fmla="*/ 2310777 h 6658422"/>
              <a:gd name="csX157" fmla="*/ 7937205 w 10483702"/>
              <a:gd name="csY157" fmla="*/ 2246982 h 6658422"/>
              <a:gd name="csX158" fmla="*/ 7921256 w 10483702"/>
              <a:gd name="csY158" fmla="*/ 2225717 h 6658422"/>
              <a:gd name="csX159" fmla="*/ 7884042 w 10483702"/>
              <a:gd name="csY159" fmla="*/ 2167238 h 6658422"/>
              <a:gd name="csX160" fmla="*/ 7868093 w 10483702"/>
              <a:gd name="csY160" fmla="*/ 2161921 h 6658422"/>
              <a:gd name="csX161" fmla="*/ 7836195 w 10483702"/>
              <a:gd name="csY161" fmla="*/ 2098126 h 6658422"/>
              <a:gd name="csX162" fmla="*/ 7820246 w 10483702"/>
              <a:gd name="csY162" fmla="*/ 2066228 h 6658422"/>
              <a:gd name="csX163" fmla="*/ 7814930 w 10483702"/>
              <a:gd name="csY163" fmla="*/ 2050279 h 6658422"/>
              <a:gd name="csX164" fmla="*/ 7788349 w 10483702"/>
              <a:gd name="csY164" fmla="*/ 2029014 h 6658422"/>
              <a:gd name="csX165" fmla="*/ 7783032 w 10483702"/>
              <a:gd name="csY165" fmla="*/ 2013065 h 6658422"/>
              <a:gd name="csX166" fmla="*/ 7713921 w 10483702"/>
              <a:gd name="csY166" fmla="*/ 1954586 h 6658422"/>
              <a:gd name="csX167" fmla="*/ 7448107 w 10483702"/>
              <a:gd name="csY167" fmla="*/ 1975851 h 6658422"/>
              <a:gd name="csX168" fmla="*/ 6932428 w 10483702"/>
              <a:gd name="csY168" fmla="*/ 1970535 h 6658422"/>
              <a:gd name="csX169" fmla="*/ 6873949 w 10483702"/>
              <a:gd name="csY169" fmla="*/ 1938638 h 6658422"/>
              <a:gd name="csX170" fmla="*/ 6852684 w 10483702"/>
              <a:gd name="csY170" fmla="*/ 1864210 h 6658422"/>
              <a:gd name="csX171" fmla="*/ 6836735 w 10483702"/>
              <a:gd name="csY171" fmla="*/ 1821679 h 6658422"/>
              <a:gd name="csX172" fmla="*/ 6826102 w 10483702"/>
              <a:gd name="csY172" fmla="*/ 1789782 h 6658422"/>
              <a:gd name="csX173" fmla="*/ 6804837 w 10483702"/>
              <a:gd name="csY173" fmla="*/ 1741935 h 6658422"/>
              <a:gd name="csX174" fmla="*/ 6783572 w 10483702"/>
              <a:gd name="csY174" fmla="*/ 1720670 h 6658422"/>
              <a:gd name="csX175" fmla="*/ 6772939 w 10483702"/>
              <a:gd name="csY175" fmla="*/ 1688772 h 6658422"/>
              <a:gd name="csX176" fmla="*/ 6751674 w 10483702"/>
              <a:gd name="csY176" fmla="*/ 1646242 h 6658422"/>
              <a:gd name="csX177" fmla="*/ 6714460 w 10483702"/>
              <a:gd name="csY177" fmla="*/ 1529284 h 6658422"/>
              <a:gd name="csX178" fmla="*/ 6714460 w 10483702"/>
              <a:gd name="csY178" fmla="*/ 1316633 h 6658422"/>
              <a:gd name="csX179" fmla="*/ 6719777 w 10483702"/>
              <a:gd name="csY179" fmla="*/ 1279419 h 6658422"/>
              <a:gd name="csX180" fmla="*/ 6746358 w 10483702"/>
              <a:gd name="csY180" fmla="*/ 1226256 h 6658422"/>
              <a:gd name="csX181" fmla="*/ 6756991 w 10483702"/>
              <a:gd name="csY181" fmla="*/ 1204991 h 6658422"/>
              <a:gd name="csX182" fmla="*/ 6778256 w 10483702"/>
              <a:gd name="csY182" fmla="*/ 1183726 h 6658422"/>
              <a:gd name="csX183" fmla="*/ 6826102 w 10483702"/>
              <a:gd name="csY183" fmla="*/ 1114614 h 6658422"/>
              <a:gd name="csX184" fmla="*/ 6847367 w 10483702"/>
              <a:gd name="csY184" fmla="*/ 1093349 h 6658422"/>
              <a:gd name="csX185" fmla="*/ 6873949 w 10483702"/>
              <a:gd name="csY185" fmla="*/ 1034870 h 6658422"/>
              <a:gd name="csX186" fmla="*/ 6900530 w 10483702"/>
              <a:gd name="csY186" fmla="*/ 992340 h 6658422"/>
              <a:gd name="csX187" fmla="*/ 6921795 w 10483702"/>
              <a:gd name="csY187" fmla="*/ 923228 h 6658422"/>
              <a:gd name="csX188" fmla="*/ 6911163 w 10483702"/>
              <a:gd name="csY188" fmla="*/ 673363 h 6658422"/>
              <a:gd name="csX189" fmla="*/ 6895214 w 10483702"/>
              <a:gd name="csY189" fmla="*/ 657414 h 6658422"/>
              <a:gd name="csX190" fmla="*/ 6714460 w 10483702"/>
              <a:gd name="csY190" fmla="*/ 652098 h 6658422"/>
              <a:gd name="csX191" fmla="*/ 6682563 w 10483702"/>
              <a:gd name="csY191" fmla="*/ 646782 h 6658422"/>
              <a:gd name="csX192" fmla="*/ 6661298 w 10483702"/>
              <a:gd name="csY192" fmla="*/ 636149 h 6658422"/>
              <a:gd name="csX193" fmla="*/ 6634716 w 10483702"/>
              <a:gd name="csY193" fmla="*/ 625517 h 6658422"/>
              <a:gd name="csX194" fmla="*/ 6629400 w 10483702"/>
              <a:gd name="csY194" fmla="*/ 540456 h 6658422"/>
              <a:gd name="csX195" fmla="*/ 6655981 w 10483702"/>
              <a:gd name="csY195" fmla="*/ 513875 h 6658422"/>
              <a:gd name="csX196" fmla="*/ 6698512 w 10483702"/>
              <a:gd name="csY196" fmla="*/ 460712 h 6658422"/>
              <a:gd name="csX197" fmla="*/ 6719777 w 10483702"/>
              <a:gd name="csY197" fmla="*/ 428814 h 6658422"/>
              <a:gd name="csX198" fmla="*/ 6746358 w 10483702"/>
              <a:gd name="csY198" fmla="*/ 396917 h 6658422"/>
              <a:gd name="csX199" fmla="*/ 6767623 w 10483702"/>
              <a:gd name="csY199" fmla="*/ 354386 h 6658422"/>
              <a:gd name="csX200" fmla="*/ 6778256 w 10483702"/>
              <a:gd name="csY200" fmla="*/ 327805 h 6658422"/>
              <a:gd name="csX201" fmla="*/ 6820786 w 10483702"/>
              <a:gd name="csY201" fmla="*/ 253377 h 6658422"/>
              <a:gd name="csX202" fmla="*/ 6815470 w 10483702"/>
              <a:gd name="csY202" fmla="*/ 51358 h 6658422"/>
              <a:gd name="csX203" fmla="*/ 6799521 w 10483702"/>
              <a:gd name="csY203" fmla="*/ 3512 h 6658422"/>
              <a:gd name="csX204" fmla="*/ 6810153 w 10483702"/>
              <a:gd name="csY204" fmla="*/ 136419 h 6658422"/>
              <a:gd name="csX205" fmla="*/ 6804837 w 10483702"/>
              <a:gd name="csY205" fmla="*/ 226796 h 6658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10483702" h="6658422">
                <a:moveTo>
                  <a:pt x="37214" y="3203912"/>
                </a:moveTo>
                <a:cubicBezTo>
                  <a:pt x="42530" y="3212772"/>
                  <a:pt x="46963" y="3222227"/>
                  <a:pt x="53163" y="3230493"/>
                </a:cubicBezTo>
                <a:cubicBezTo>
                  <a:pt x="57674" y="3236508"/>
                  <a:pt x="65324" y="3239948"/>
                  <a:pt x="69112" y="3246442"/>
                </a:cubicBezTo>
                <a:cubicBezTo>
                  <a:pt x="77906" y="3261518"/>
                  <a:pt x="83289" y="3278340"/>
                  <a:pt x="90377" y="3294289"/>
                </a:cubicBezTo>
                <a:cubicBezTo>
                  <a:pt x="94648" y="3315644"/>
                  <a:pt x="96094" y="3334999"/>
                  <a:pt x="111642" y="3352768"/>
                </a:cubicBezTo>
                <a:cubicBezTo>
                  <a:pt x="119425" y="3361662"/>
                  <a:pt x="143674" y="3366092"/>
                  <a:pt x="154172" y="3368717"/>
                </a:cubicBezTo>
                <a:cubicBezTo>
                  <a:pt x="159488" y="3374033"/>
                  <a:pt x="166391" y="3378137"/>
                  <a:pt x="170121" y="3384665"/>
                </a:cubicBezTo>
                <a:cubicBezTo>
                  <a:pt x="183994" y="3408943"/>
                  <a:pt x="167880" y="3423285"/>
                  <a:pt x="159488" y="3448461"/>
                </a:cubicBezTo>
                <a:cubicBezTo>
                  <a:pt x="140273" y="3506106"/>
                  <a:pt x="158561" y="3466267"/>
                  <a:pt x="138223" y="3506940"/>
                </a:cubicBezTo>
                <a:cubicBezTo>
                  <a:pt x="124161" y="3563192"/>
                  <a:pt x="143254" y="3496950"/>
                  <a:pt x="122274" y="3544154"/>
                </a:cubicBezTo>
                <a:cubicBezTo>
                  <a:pt x="96968" y="3601093"/>
                  <a:pt x="125073" y="3555905"/>
                  <a:pt x="101009" y="3592000"/>
                </a:cubicBezTo>
                <a:cubicBezTo>
                  <a:pt x="95693" y="3613265"/>
                  <a:pt x="94862" y="3636190"/>
                  <a:pt x="85060" y="3655796"/>
                </a:cubicBezTo>
                <a:cubicBezTo>
                  <a:pt x="49784" y="3726351"/>
                  <a:pt x="92588" y="3638233"/>
                  <a:pt x="69112" y="3693010"/>
                </a:cubicBezTo>
                <a:cubicBezTo>
                  <a:pt x="65990" y="3700294"/>
                  <a:pt x="61698" y="3707033"/>
                  <a:pt x="58479" y="3714275"/>
                </a:cubicBezTo>
                <a:cubicBezTo>
                  <a:pt x="54603" y="3722995"/>
                  <a:pt x="51390" y="3731996"/>
                  <a:pt x="47846" y="3740856"/>
                </a:cubicBezTo>
                <a:cubicBezTo>
                  <a:pt x="46074" y="3755033"/>
                  <a:pt x="47836" y="3770121"/>
                  <a:pt x="42530" y="3783386"/>
                </a:cubicBezTo>
                <a:cubicBezTo>
                  <a:pt x="40157" y="3789319"/>
                  <a:pt x="30125" y="3788703"/>
                  <a:pt x="26581" y="3794019"/>
                </a:cubicBezTo>
                <a:cubicBezTo>
                  <a:pt x="22528" y="3800098"/>
                  <a:pt x="22572" y="3808095"/>
                  <a:pt x="21265" y="3815284"/>
                </a:cubicBezTo>
                <a:cubicBezTo>
                  <a:pt x="11981" y="3866349"/>
                  <a:pt x="19508" y="3842650"/>
                  <a:pt x="10632" y="3900345"/>
                </a:cubicBezTo>
                <a:cubicBezTo>
                  <a:pt x="9521" y="3907566"/>
                  <a:pt x="6901" y="3914478"/>
                  <a:pt x="5316" y="3921610"/>
                </a:cubicBezTo>
                <a:cubicBezTo>
                  <a:pt x="3356" y="3930431"/>
                  <a:pt x="1772" y="3939331"/>
                  <a:pt x="0" y="3948191"/>
                </a:cubicBezTo>
                <a:cubicBezTo>
                  <a:pt x="1772" y="4070465"/>
                  <a:pt x="2370" y="4192762"/>
                  <a:pt x="5316" y="4315014"/>
                </a:cubicBezTo>
                <a:cubicBezTo>
                  <a:pt x="6340" y="4357496"/>
                  <a:pt x="9808" y="4401361"/>
                  <a:pt x="21265" y="4442605"/>
                </a:cubicBezTo>
                <a:cubicBezTo>
                  <a:pt x="23408" y="4450321"/>
                  <a:pt x="38029" y="4498251"/>
                  <a:pt x="53163" y="4506400"/>
                </a:cubicBezTo>
                <a:cubicBezTo>
                  <a:pt x="62761" y="4511568"/>
                  <a:pt x="164866" y="4538098"/>
                  <a:pt x="170121" y="4538298"/>
                </a:cubicBezTo>
                <a:cubicBezTo>
                  <a:pt x="334816" y="4544572"/>
                  <a:pt x="499730" y="4541842"/>
                  <a:pt x="664535" y="4543614"/>
                </a:cubicBezTo>
                <a:cubicBezTo>
                  <a:pt x="685800" y="4547158"/>
                  <a:pt x="707415" y="4549018"/>
                  <a:pt x="728330" y="4554247"/>
                </a:cubicBezTo>
                <a:cubicBezTo>
                  <a:pt x="739561" y="4557055"/>
                  <a:pt x="763334" y="4573302"/>
                  <a:pt x="770860" y="4580828"/>
                </a:cubicBezTo>
                <a:cubicBezTo>
                  <a:pt x="775378" y="4585346"/>
                  <a:pt x="777335" y="4591926"/>
                  <a:pt x="781493" y="4596777"/>
                </a:cubicBezTo>
                <a:cubicBezTo>
                  <a:pt x="788017" y="4604388"/>
                  <a:pt x="795670" y="4610954"/>
                  <a:pt x="802758" y="4618042"/>
                </a:cubicBezTo>
                <a:cubicBezTo>
                  <a:pt x="806302" y="4630447"/>
                  <a:pt x="807043" y="4644025"/>
                  <a:pt x="813391" y="4655256"/>
                </a:cubicBezTo>
                <a:cubicBezTo>
                  <a:pt x="833096" y="4690120"/>
                  <a:pt x="860491" y="4733018"/>
                  <a:pt x="893135" y="4761582"/>
                </a:cubicBezTo>
                <a:cubicBezTo>
                  <a:pt x="913967" y="4779810"/>
                  <a:pt x="934912" y="4797969"/>
                  <a:pt x="956930" y="4814745"/>
                </a:cubicBezTo>
                <a:cubicBezTo>
                  <a:pt x="997103" y="4845353"/>
                  <a:pt x="1010430" y="4840911"/>
                  <a:pt x="1036674" y="4883856"/>
                </a:cubicBezTo>
                <a:cubicBezTo>
                  <a:pt x="1057208" y="4917457"/>
                  <a:pt x="1076908" y="4982284"/>
                  <a:pt x="1089837" y="5016763"/>
                </a:cubicBezTo>
                <a:cubicBezTo>
                  <a:pt x="1108042" y="5065312"/>
                  <a:pt x="1105016" y="5061252"/>
                  <a:pt x="1127051" y="5096507"/>
                </a:cubicBezTo>
                <a:cubicBezTo>
                  <a:pt x="1130437" y="5101925"/>
                  <a:pt x="1132136" y="5109286"/>
                  <a:pt x="1137684" y="5112456"/>
                </a:cubicBezTo>
                <a:cubicBezTo>
                  <a:pt x="1145529" y="5116939"/>
                  <a:pt x="1155405" y="5116000"/>
                  <a:pt x="1164265" y="5117772"/>
                </a:cubicBezTo>
                <a:lnTo>
                  <a:pt x="1350335" y="5213465"/>
                </a:lnTo>
                <a:cubicBezTo>
                  <a:pt x="1362991" y="5220094"/>
                  <a:pt x="1378977" y="5223301"/>
                  <a:pt x="1387549" y="5234731"/>
                </a:cubicBezTo>
                <a:cubicBezTo>
                  <a:pt x="1396317" y="5246421"/>
                  <a:pt x="1394058" y="5263242"/>
                  <a:pt x="1398181" y="5277261"/>
                </a:cubicBezTo>
                <a:cubicBezTo>
                  <a:pt x="1402925" y="5293389"/>
                  <a:pt x="1405606" y="5310617"/>
                  <a:pt x="1414130" y="5325107"/>
                </a:cubicBezTo>
                <a:cubicBezTo>
                  <a:pt x="1423681" y="5341344"/>
                  <a:pt x="1438939" y="5353461"/>
                  <a:pt x="1451344" y="5367638"/>
                </a:cubicBezTo>
                <a:cubicBezTo>
                  <a:pt x="1471906" y="5429320"/>
                  <a:pt x="1447921" y="5371076"/>
                  <a:pt x="1499191" y="5442065"/>
                </a:cubicBezTo>
                <a:cubicBezTo>
                  <a:pt x="1546960" y="5508207"/>
                  <a:pt x="1506002" y="5486866"/>
                  <a:pt x="1562986" y="5505861"/>
                </a:cubicBezTo>
                <a:cubicBezTo>
                  <a:pt x="1577163" y="5518266"/>
                  <a:pt x="1592196" y="5529755"/>
                  <a:pt x="1605516" y="5543075"/>
                </a:cubicBezTo>
                <a:cubicBezTo>
                  <a:pt x="1620605" y="5558164"/>
                  <a:pt x="1632045" y="5576803"/>
                  <a:pt x="1648046" y="5590921"/>
                </a:cubicBezTo>
                <a:cubicBezTo>
                  <a:pt x="1684575" y="5623152"/>
                  <a:pt x="1686154" y="5615927"/>
                  <a:pt x="1717158" y="5633451"/>
                </a:cubicBezTo>
                <a:cubicBezTo>
                  <a:pt x="1751028" y="5652595"/>
                  <a:pt x="1785228" y="5671227"/>
                  <a:pt x="1818167" y="5691931"/>
                </a:cubicBezTo>
                <a:cubicBezTo>
                  <a:pt x="1847298" y="5710242"/>
                  <a:pt x="1875305" y="5730305"/>
                  <a:pt x="1903228" y="5750410"/>
                </a:cubicBezTo>
                <a:cubicBezTo>
                  <a:pt x="1919625" y="5762216"/>
                  <a:pt x="1933002" y="5778589"/>
                  <a:pt x="1951074" y="5787624"/>
                </a:cubicBezTo>
                <a:cubicBezTo>
                  <a:pt x="1961707" y="5792940"/>
                  <a:pt x="1972754" y="5797497"/>
                  <a:pt x="1982972" y="5803572"/>
                </a:cubicBezTo>
                <a:cubicBezTo>
                  <a:pt x="2038354" y="5836502"/>
                  <a:pt x="2091453" y="5873291"/>
                  <a:pt x="2147777" y="5904582"/>
                </a:cubicBezTo>
                <a:cubicBezTo>
                  <a:pt x="2155676" y="5908970"/>
                  <a:pt x="2165592" y="5907707"/>
                  <a:pt x="2174358" y="5909898"/>
                </a:cubicBezTo>
                <a:cubicBezTo>
                  <a:pt x="2179795" y="5911257"/>
                  <a:pt x="2184870" y="5913855"/>
                  <a:pt x="2190307" y="5915214"/>
                </a:cubicBezTo>
                <a:cubicBezTo>
                  <a:pt x="2206157" y="5919177"/>
                  <a:pt x="2222377" y="5921600"/>
                  <a:pt x="2238153" y="5925847"/>
                </a:cubicBezTo>
                <a:cubicBezTo>
                  <a:pt x="2291766" y="5940281"/>
                  <a:pt x="2374255" y="5969906"/>
                  <a:pt x="2429539" y="5973693"/>
                </a:cubicBezTo>
                <a:cubicBezTo>
                  <a:pt x="2525025" y="5980233"/>
                  <a:pt x="2620926" y="5977238"/>
                  <a:pt x="2716619" y="5979010"/>
                </a:cubicBezTo>
                <a:cubicBezTo>
                  <a:pt x="2743200" y="5986098"/>
                  <a:pt x="2770162" y="5991891"/>
                  <a:pt x="2796363" y="6000275"/>
                </a:cubicBezTo>
                <a:cubicBezTo>
                  <a:pt x="2835255" y="6012720"/>
                  <a:pt x="2848916" y="6025497"/>
                  <a:pt x="2886739" y="6032172"/>
                </a:cubicBezTo>
                <a:cubicBezTo>
                  <a:pt x="2904277" y="6035267"/>
                  <a:pt x="2922181" y="6035717"/>
                  <a:pt x="2939902" y="6037489"/>
                </a:cubicBezTo>
                <a:cubicBezTo>
                  <a:pt x="3187631" y="6134163"/>
                  <a:pt x="3079998" y="6118223"/>
                  <a:pt x="3253563" y="6127865"/>
                </a:cubicBezTo>
                <a:cubicBezTo>
                  <a:pt x="3295117" y="6136176"/>
                  <a:pt x="3355269" y="6146892"/>
                  <a:pt x="3397102" y="6159763"/>
                </a:cubicBezTo>
                <a:cubicBezTo>
                  <a:pt x="3484922" y="6186784"/>
                  <a:pt x="3442210" y="6178846"/>
                  <a:pt x="3524693" y="6186345"/>
                </a:cubicBezTo>
                <a:cubicBezTo>
                  <a:pt x="3535326" y="6191661"/>
                  <a:pt x="3545229" y="6198797"/>
                  <a:pt x="3556591" y="6202293"/>
                </a:cubicBezTo>
                <a:cubicBezTo>
                  <a:pt x="3626464" y="6223792"/>
                  <a:pt x="3561204" y="6182420"/>
                  <a:pt x="3646967" y="6228875"/>
                </a:cubicBezTo>
                <a:cubicBezTo>
                  <a:pt x="3770761" y="6295930"/>
                  <a:pt x="3667574" y="6270389"/>
                  <a:pt x="3811772" y="6287354"/>
                </a:cubicBezTo>
                <a:cubicBezTo>
                  <a:pt x="3838353" y="6296214"/>
                  <a:pt x="3865677" y="6303099"/>
                  <a:pt x="3891516" y="6313935"/>
                </a:cubicBezTo>
                <a:cubicBezTo>
                  <a:pt x="3975642" y="6349214"/>
                  <a:pt x="4052881" y="6403452"/>
                  <a:pt x="4141381" y="6425577"/>
                </a:cubicBezTo>
                <a:cubicBezTo>
                  <a:pt x="4283462" y="6461097"/>
                  <a:pt x="4121164" y="6418311"/>
                  <a:pt x="4279605" y="6468107"/>
                </a:cubicBezTo>
                <a:cubicBezTo>
                  <a:pt x="4281081" y="6468571"/>
                  <a:pt x="4400600" y="6504003"/>
                  <a:pt x="4433777" y="6510638"/>
                </a:cubicBezTo>
                <a:cubicBezTo>
                  <a:pt x="4454917" y="6514866"/>
                  <a:pt x="4476307" y="6517726"/>
                  <a:pt x="4497572" y="6521270"/>
                </a:cubicBezTo>
                <a:cubicBezTo>
                  <a:pt x="4504660" y="6524814"/>
                  <a:pt x="4512117" y="6527703"/>
                  <a:pt x="4518837" y="6531903"/>
                </a:cubicBezTo>
                <a:cubicBezTo>
                  <a:pt x="4553068" y="6553297"/>
                  <a:pt x="4606423" y="6614172"/>
                  <a:pt x="4619846" y="6627596"/>
                </a:cubicBezTo>
                <a:cubicBezTo>
                  <a:pt x="4653516" y="6625824"/>
                  <a:pt x="4687151" y="6621380"/>
                  <a:pt x="4720856" y="6622279"/>
                </a:cubicBezTo>
                <a:cubicBezTo>
                  <a:pt x="4820200" y="6624928"/>
                  <a:pt x="5018567" y="6638228"/>
                  <a:pt x="5018567" y="6638228"/>
                </a:cubicBezTo>
                <a:cubicBezTo>
                  <a:pt x="5036288" y="6636456"/>
                  <a:pt x="5054184" y="6635963"/>
                  <a:pt x="5071730" y="6632912"/>
                </a:cubicBezTo>
                <a:cubicBezTo>
                  <a:pt x="5095023" y="6628861"/>
                  <a:pt x="5117762" y="6622092"/>
                  <a:pt x="5140842" y="6616963"/>
                </a:cubicBezTo>
                <a:cubicBezTo>
                  <a:pt x="5149663" y="6615003"/>
                  <a:pt x="5158563" y="6613419"/>
                  <a:pt x="5167423" y="6611647"/>
                </a:cubicBezTo>
                <a:lnTo>
                  <a:pt x="5342860" y="6632912"/>
                </a:lnTo>
                <a:cubicBezTo>
                  <a:pt x="5360550" y="6634969"/>
                  <a:pt x="5378214" y="6638228"/>
                  <a:pt x="5396023" y="6638228"/>
                </a:cubicBezTo>
                <a:cubicBezTo>
                  <a:pt x="5502363" y="6638228"/>
                  <a:pt x="5608674" y="6634684"/>
                  <a:pt x="5715000" y="6632912"/>
                </a:cubicBezTo>
                <a:lnTo>
                  <a:pt x="6012712" y="6638228"/>
                </a:lnTo>
                <a:cubicBezTo>
                  <a:pt x="6872079" y="6638228"/>
                  <a:pt x="6604005" y="6690088"/>
                  <a:pt x="6916479" y="6627596"/>
                </a:cubicBezTo>
                <a:cubicBezTo>
                  <a:pt x="6944723" y="6608766"/>
                  <a:pt x="6919991" y="6623673"/>
                  <a:pt x="6959009" y="6606331"/>
                </a:cubicBezTo>
                <a:cubicBezTo>
                  <a:pt x="7007644" y="6584715"/>
                  <a:pt x="6984224" y="6581002"/>
                  <a:pt x="7075967" y="6563800"/>
                </a:cubicBezTo>
                <a:cubicBezTo>
                  <a:pt x="7178532" y="6544569"/>
                  <a:pt x="7132323" y="6550721"/>
                  <a:pt x="7214191" y="6542535"/>
                </a:cubicBezTo>
                <a:cubicBezTo>
                  <a:pt x="7240772" y="6535447"/>
                  <a:pt x="7266799" y="6525793"/>
                  <a:pt x="7293935" y="6521270"/>
                </a:cubicBezTo>
                <a:cubicBezTo>
                  <a:pt x="7341421" y="6513356"/>
                  <a:pt x="7390892" y="6517473"/>
                  <a:pt x="7437474" y="6505321"/>
                </a:cubicBezTo>
                <a:cubicBezTo>
                  <a:pt x="7473524" y="6495917"/>
                  <a:pt x="7504439" y="6472606"/>
                  <a:pt x="7538484" y="6457475"/>
                </a:cubicBezTo>
                <a:cubicBezTo>
                  <a:pt x="7630322" y="6416658"/>
                  <a:pt x="7550714" y="6447856"/>
                  <a:pt x="7612912" y="6430893"/>
                </a:cubicBezTo>
                <a:cubicBezTo>
                  <a:pt x="7623725" y="6427944"/>
                  <a:pt x="7633819" y="6422459"/>
                  <a:pt x="7644809" y="6420261"/>
                </a:cubicBezTo>
                <a:cubicBezTo>
                  <a:pt x="7660545" y="6417114"/>
                  <a:pt x="7676810" y="6417480"/>
                  <a:pt x="7692656" y="6414945"/>
                </a:cubicBezTo>
                <a:cubicBezTo>
                  <a:pt x="7721141" y="6410387"/>
                  <a:pt x="7749062" y="6402328"/>
                  <a:pt x="7777716" y="6398996"/>
                </a:cubicBezTo>
                <a:cubicBezTo>
                  <a:pt x="7892908" y="6385601"/>
                  <a:pt x="8019692" y="6385902"/>
                  <a:pt x="8133907" y="6383047"/>
                </a:cubicBezTo>
                <a:cubicBezTo>
                  <a:pt x="8227828" y="6338745"/>
                  <a:pt x="8323104" y="6297208"/>
                  <a:pt x="8415670" y="6250140"/>
                </a:cubicBezTo>
                <a:cubicBezTo>
                  <a:pt x="8428007" y="6243867"/>
                  <a:pt x="8433780" y="6224775"/>
                  <a:pt x="8447567" y="6223558"/>
                </a:cubicBezTo>
                <a:cubicBezTo>
                  <a:pt x="8497120" y="6219186"/>
                  <a:pt x="8546804" y="6230647"/>
                  <a:pt x="8596423" y="6234191"/>
                </a:cubicBezTo>
                <a:cubicBezTo>
                  <a:pt x="8626549" y="6232419"/>
                  <a:pt x="8656973" y="6233464"/>
                  <a:pt x="8686800" y="6228875"/>
                </a:cubicBezTo>
                <a:cubicBezTo>
                  <a:pt x="8692725" y="6227963"/>
                  <a:pt x="8747973" y="6208920"/>
                  <a:pt x="8761228" y="6202293"/>
                </a:cubicBezTo>
                <a:cubicBezTo>
                  <a:pt x="8774007" y="6195904"/>
                  <a:pt x="8784726" y="6185028"/>
                  <a:pt x="8798442" y="6181028"/>
                </a:cubicBezTo>
                <a:cubicBezTo>
                  <a:pt x="8827810" y="6172462"/>
                  <a:pt x="8858693" y="6170395"/>
                  <a:pt x="8888819" y="6165079"/>
                </a:cubicBezTo>
                <a:cubicBezTo>
                  <a:pt x="8897679" y="6161535"/>
                  <a:pt x="8906142" y="6156761"/>
                  <a:pt x="8915400" y="6154447"/>
                </a:cubicBezTo>
                <a:cubicBezTo>
                  <a:pt x="8958792" y="6143599"/>
                  <a:pt x="9033399" y="6132014"/>
                  <a:pt x="9080205" y="6117233"/>
                </a:cubicBezTo>
                <a:cubicBezTo>
                  <a:pt x="9139176" y="6098610"/>
                  <a:pt x="9097688" y="6105366"/>
                  <a:pt x="9154632" y="6074703"/>
                </a:cubicBezTo>
                <a:cubicBezTo>
                  <a:pt x="9164500" y="6069389"/>
                  <a:pt x="9175685" y="6066899"/>
                  <a:pt x="9186530" y="6064070"/>
                </a:cubicBezTo>
                <a:cubicBezTo>
                  <a:pt x="9216476" y="6056258"/>
                  <a:pt x="9248807" y="6055774"/>
                  <a:pt x="9276907" y="6042805"/>
                </a:cubicBezTo>
                <a:cubicBezTo>
                  <a:pt x="9341813" y="6012848"/>
                  <a:pt x="9348230" y="6008065"/>
                  <a:pt x="9415130" y="5984326"/>
                </a:cubicBezTo>
                <a:cubicBezTo>
                  <a:pt x="9446817" y="5973082"/>
                  <a:pt x="9481350" y="5968609"/>
                  <a:pt x="9510823" y="5952428"/>
                </a:cubicBezTo>
                <a:cubicBezTo>
                  <a:pt x="9572432" y="5918604"/>
                  <a:pt x="9624218" y="5868492"/>
                  <a:pt x="9686260" y="5835470"/>
                </a:cubicBezTo>
                <a:lnTo>
                  <a:pt x="10015870" y="5660033"/>
                </a:lnTo>
                <a:cubicBezTo>
                  <a:pt x="10031819" y="5633452"/>
                  <a:pt x="10049415" y="5607792"/>
                  <a:pt x="10063716" y="5580289"/>
                </a:cubicBezTo>
                <a:cubicBezTo>
                  <a:pt x="10081928" y="5545265"/>
                  <a:pt x="10089429" y="5501847"/>
                  <a:pt x="10111563" y="5468647"/>
                </a:cubicBezTo>
                <a:cubicBezTo>
                  <a:pt x="10117857" y="5459206"/>
                  <a:pt x="10130121" y="5455405"/>
                  <a:pt x="10138144" y="5447382"/>
                </a:cubicBezTo>
                <a:cubicBezTo>
                  <a:pt x="10147931" y="5437595"/>
                  <a:pt x="10156621" y="5426704"/>
                  <a:pt x="10164725" y="5415484"/>
                </a:cubicBezTo>
                <a:cubicBezTo>
                  <a:pt x="10179689" y="5394765"/>
                  <a:pt x="10194378" y="5373765"/>
                  <a:pt x="10207256" y="5351689"/>
                </a:cubicBezTo>
                <a:cubicBezTo>
                  <a:pt x="10328742" y="5143427"/>
                  <a:pt x="10237308" y="5282688"/>
                  <a:pt x="10297632" y="5192200"/>
                </a:cubicBezTo>
                <a:cubicBezTo>
                  <a:pt x="10301176" y="5172707"/>
                  <a:pt x="10301444" y="5152323"/>
                  <a:pt x="10308265" y="5133721"/>
                </a:cubicBezTo>
                <a:cubicBezTo>
                  <a:pt x="10321091" y="5098742"/>
                  <a:pt x="10340981" y="5066757"/>
                  <a:pt x="10356112" y="5032712"/>
                </a:cubicBezTo>
                <a:cubicBezTo>
                  <a:pt x="10363200" y="5016763"/>
                  <a:pt x="10372524" y="5001630"/>
                  <a:pt x="10377377" y="4984865"/>
                </a:cubicBezTo>
                <a:cubicBezTo>
                  <a:pt x="10392077" y="4934083"/>
                  <a:pt x="10404223" y="4882533"/>
                  <a:pt x="10414591" y="4830693"/>
                </a:cubicBezTo>
                <a:cubicBezTo>
                  <a:pt x="10416363" y="4821833"/>
                  <a:pt x="10417530" y="4812829"/>
                  <a:pt x="10419907" y="4804112"/>
                </a:cubicBezTo>
                <a:cubicBezTo>
                  <a:pt x="10422856" y="4793299"/>
                  <a:pt x="10426995" y="4782847"/>
                  <a:pt x="10430539" y="4772214"/>
                </a:cubicBezTo>
                <a:cubicBezTo>
                  <a:pt x="10432311" y="4750949"/>
                  <a:pt x="10433209" y="4729593"/>
                  <a:pt x="10435856" y="4708419"/>
                </a:cubicBezTo>
                <a:cubicBezTo>
                  <a:pt x="10436762" y="4701169"/>
                  <a:pt x="10440365" y="4694416"/>
                  <a:pt x="10441172" y="4687154"/>
                </a:cubicBezTo>
                <a:cubicBezTo>
                  <a:pt x="10450289" y="4605100"/>
                  <a:pt x="10441163" y="4616764"/>
                  <a:pt x="10457121" y="4532982"/>
                </a:cubicBezTo>
                <a:cubicBezTo>
                  <a:pt x="10459218" y="4521972"/>
                  <a:pt x="10464209" y="4511717"/>
                  <a:pt x="10467753" y="4501084"/>
                </a:cubicBezTo>
                <a:cubicBezTo>
                  <a:pt x="10465981" y="4430200"/>
                  <a:pt x="10462437" y="4359339"/>
                  <a:pt x="10462437" y="4288433"/>
                </a:cubicBezTo>
                <a:cubicBezTo>
                  <a:pt x="10462437" y="4270624"/>
                  <a:pt x="10466864" y="4253057"/>
                  <a:pt x="10467753" y="4235270"/>
                </a:cubicBezTo>
                <a:cubicBezTo>
                  <a:pt x="10470409" y="4182144"/>
                  <a:pt x="10471137" y="4128939"/>
                  <a:pt x="10473070" y="4075782"/>
                </a:cubicBezTo>
                <a:cubicBezTo>
                  <a:pt x="10477561" y="3952284"/>
                  <a:pt x="10477967" y="3951248"/>
                  <a:pt x="10483702" y="3836549"/>
                </a:cubicBezTo>
                <a:cubicBezTo>
                  <a:pt x="10476614" y="3767437"/>
                  <a:pt x="10476062" y="3697339"/>
                  <a:pt x="10462437" y="3629214"/>
                </a:cubicBezTo>
                <a:cubicBezTo>
                  <a:pt x="10458082" y="3607441"/>
                  <a:pt x="10439622" y="3590997"/>
                  <a:pt x="10430539" y="3570735"/>
                </a:cubicBezTo>
                <a:cubicBezTo>
                  <a:pt x="10406408" y="3516904"/>
                  <a:pt x="10394728" y="3479252"/>
                  <a:pt x="10377377" y="3427196"/>
                </a:cubicBezTo>
                <a:cubicBezTo>
                  <a:pt x="10373833" y="3398842"/>
                  <a:pt x="10369900" y="3370535"/>
                  <a:pt x="10366744" y="3342135"/>
                </a:cubicBezTo>
                <a:cubicBezTo>
                  <a:pt x="10361883" y="3298384"/>
                  <a:pt x="10364189" y="3246955"/>
                  <a:pt x="10334846" y="3209228"/>
                </a:cubicBezTo>
                <a:cubicBezTo>
                  <a:pt x="10312417" y="3180391"/>
                  <a:pt x="10249786" y="3140117"/>
                  <a:pt x="10249786" y="3140117"/>
                </a:cubicBezTo>
                <a:lnTo>
                  <a:pt x="9983972" y="3150749"/>
                </a:lnTo>
                <a:cubicBezTo>
                  <a:pt x="9717710" y="3159930"/>
                  <a:pt x="9869644" y="3150180"/>
                  <a:pt x="9712842" y="3161382"/>
                </a:cubicBezTo>
                <a:cubicBezTo>
                  <a:pt x="9698665" y="3159610"/>
                  <a:pt x="9678884" y="3167495"/>
                  <a:pt x="9670312" y="3156065"/>
                </a:cubicBezTo>
                <a:cubicBezTo>
                  <a:pt x="9658389" y="3140168"/>
                  <a:pt x="9671505" y="3092968"/>
                  <a:pt x="9659679" y="3071005"/>
                </a:cubicBezTo>
                <a:cubicBezTo>
                  <a:pt x="9651277" y="3055402"/>
                  <a:pt x="9637364" y="3043381"/>
                  <a:pt x="9627781" y="3028475"/>
                </a:cubicBezTo>
                <a:cubicBezTo>
                  <a:pt x="9588985" y="2968126"/>
                  <a:pt x="9638413" y="3023158"/>
                  <a:pt x="9585251" y="2969996"/>
                </a:cubicBezTo>
                <a:cubicBezTo>
                  <a:pt x="9577447" y="2946581"/>
                  <a:pt x="9572645" y="2927163"/>
                  <a:pt x="9558670" y="2906200"/>
                </a:cubicBezTo>
                <a:cubicBezTo>
                  <a:pt x="9554500" y="2899944"/>
                  <a:pt x="9548037" y="2895567"/>
                  <a:pt x="9542721" y="2890251"/>
                </a:cubicBezTo>
                <a:cubicBezTo>
                  <a:pt x="9516140" y="2893795"/>
                  <a:pt x="9489448" y="2896591"/>
                  <a:pt x="9462977" y="2900884"/>
                </a:cubicBezTo>
                <a:cubicBezTo>
                  <a:pt x="9423863" y="2907227"/>
                  <a:pt x="9385642" y="2922545"/>
                  <a:pt x="9346019" y="2922149"/>
                </a:cubicBezTo>
                <a:cubicBezTo>
                  <a:pt x="9207519" y="2920764"/>
                  <a:pt x="9069572" y="2904428"/>
                  <a:pt x="8931349" y="2895568"/>
                </a:cubicBezTo>
                <a:cubicBezTo>
                  <a:pt x="8856298" y="2870548"/>
                  <a:pt x="8776955" y="2859196"/>
                  <a:pt x="8702749" y="2831772"/>
                </a:cubicBezTo>
                <a:cubicBezTo>
                  <a:pt x="8694137" y="2828589"/>
                  <a:pt x="8634894" y="2758532"/>
                  <a:pt x="8633637" y="2757345"/>
                </a:cubicBezTo>
                <a:cubicBezTo>
                  <a:pt x="8615326" y="2740051"/>
                  <a:pt x="8594926" y="2725105"/>
                  <a:pt x="8575158" y="2709498"/>
                </a:cubicBezTo>
                <a:cubicBezTo>
                  <a:pt x="8561760" y="2698921"/>
                  <a:pt x="8526016" y="2670670"/>
                  <a:pt x="8506046" y="2661651"/>
                </a:cubicBezTo>
                <a:cubicBezTo>
                  <a:pt x="8460452" y="2641060"/>
                  <a:pt x="8415926" y="2616916"/>
                  <a:pt x="8367823" y="2603172"/>
                </a:cubicBezTo>
                <a:cubicBezTo>
                  <a:pt x="8205990" y="2556934"/>
                  <a:pt x="8266399" y="2580970"/>
                  <a:pt x="8181753" y="2544693"/>
                </a:cubicBezTo>
                <a:cubicBezTo>
                  <a:pt x="8178850" y="2515666"/>
                  <a:pt x="8181249" y="2490045"/>
                  <a:pt x="8165805" y="2464949"/>
                </a:cubicBezTo>
                <a:cubicBezTo>
                  <a:pt x="8156518" y="2449857"/>
                  <a:pt x="8143737" y="2437164"/>
                  <a:pt x="8133907" y="2422419"/>
                </a:cubicBezTo>
                <a:cubicBezTo>
                  <a:pt x="8128437" y="2414214"/>
                  <a:pt x="8077244" y="2325158"/>
                  <a:pt x="8059479" y="2310777"/>
                </a:cubicBezTo>
                <a:cubicBezTo>
                  <a:pt x="8011465" y="2271909"/>
                  <a:pt x="7986921" y="2265626"/>
                  <a:pt x="7937205" y="2246982"/>
                </a:cubicBezTo>
                <a:cubicBezTo>
                  <a:pt x="7931889" y="2239894"/>
                  <a:pt x="7926171" y="2233089"/>
                  <a:pt x="7921256" y="2225717"/>
                </a:cubicBezTo>
                <a:cubicBezTo>
                  <a:pt x="7908439" y="2206492"/>
                  <a:pt x="7898834" y="2184988"/>
                  <a:pt x="7884042" y="2167238"/>
                </a:cubicBezTo>
                <a:cubicBezTo>
                  <a:pt x="7880454" y="2162933"/>
                  <a:pt x="7873409" y="2163693"/>
                  <a:pt x="7868093" y="2161921"/>
                </a:cubicBezTo>
                <a:cubicBezTo>
                  <a:pt x="7849259" y="2114838"/>
                  <a:pt x="7866529" y="2154460"/>
                  <a:pt x="7836195" y="2098126"/>
                </a:cubicBezTo>
                <a:cubicBezTo>
                  <a:pt x="7830559" y="2087659"/>
                  <a:pt x="7825074" y="2077091"/>
                  <a:pt x="7820246" y="2066228"/>
                </a:cubicBezTo>
                <a:cubicBezTo>
                  <a:pt x="7817970" y="2061107"/>
                  <a:pt x="7818577" y="2054534"/>
                  <a:pt x="7814930" y="2050279"/>
                </a:cubicBezTo>
                <a:cubicBezTo>
                  <a:pt x="7807546" y="2041664"/>
                  <a:pt x="7797209" y="2036102"/>
                  <a:pt x="7788349" y="2029014"/>
                </a:cubicBezTo>
                <a:cubicBezTo>
                  <a:pt x="7786577" y="2023698"/>
                  <a:pt x="7786620" y="2017370"/>
                  <a:pt x="7783032" y="2013065"/>
                </a:cubicBezTo>
                <a:cubicBezTo>
                  <a:pt x="7744853" y="1967251"/>
                  <a:pt x="7749994" y="1972623"/>
                  <a:pt x="7713921" y="1954586"/>
                </a:cubicBezTo>
                <a:cubicBezTo>
                  <a:pt x="7673162" y="1958407"/>
                  <a:pt x="7510267" y="1975851"/>
                  <a:pt x="7448107" y="1975851"/>
                </a:cubicBezTo>
                <a:cubicBezTo>
                  <a:pt x="7276205" y="1975851"/>
                  <a:pt x="7104321" y="1972307"/>
                  <a:pt x="6932428" y="1970535"/>
                </a:cubicBezTo>
                <a:cubicBezTo>
                  <a:pt x="6921257" y="1965747"/>
                  <a:pt x="6883567" y="1953064"/>
                  <a:pt x="6873949" y="1938638"/>
                </a:cubicBezTo>
                <a:cubicBezTo>
                  <a:pt x="6867334" y="1928716"/>
                  <a:pt x="6854770" y="1870886"/>
                  <a:pt x="6852684" y="1864210"/>
                </a:cubicBezTo>
                <a:cubicBezTo>
                  <a:pt x="6848168" y="1849758"/>
                  <a:pt x="6841828" y="1835938"/>
                  <a:pt x="6836735" y="1821679"/>
                </a:cubicBezTo>
                <a:cubicBezTo>
                  <a:pt x="6832965" y="1811124"/>
                  <a:pt x="6829646" y="1800414"/>
                  <a:pt x="6826102" y="1789782"/>
                </a:cubicBezTo>
                <a:cubicBezTo>
                  <a:pt x="6820189" y="1772044"/>
                  <a:pt x="6816584" y="1758716"/>
                  <a:pt x="6804837" y="1741935"/>
                </a:cubicBezTo>
                <a:cubicBezTo>
                  <a:pt x="6799088" y="1733723"/>
                  <a:pt x="6790660" y="1727758"/>
                  <a:pt x="6783572" y="1720670"/>
                </a:cubicBezTo>
                <a:cubicBezTo>
                  <a:pt x="6780028" y="1710037"/>
                  <a:pt x="6777354" y="1699074"/>
                  <a:pt x="6772939" y="1688772"/>
                </a:cubicBezTo>
                <a:cubicBezTo>
                  <a:pt x="6766695" y="1674204"/>
                  <a:pt x="6757364" y="1661036"/>
                  <a:pt x="6751674" y="1646242"/>
                </a:cubicBezTo>
                <a:cubicBezTo>
                  <a:pt x="6727245" y="1582726"/>
                  <a:pt x="6725808" y="1574669"/>
                  <a:pt x="6714460" y="1529284"/>
                </a:cubicBezTo>
                <a:cubicBezTo>
                  <a:pt x="6704650" y="1431178"/>
                  <a:pt x="6706166" y="1470070"/>
                  <a:pt x="6714460" y="1316633"/>
                </a:cubicBezTo>
                <a:cubicBezTo>
                  <a:pt x="6715136" y="1304121"/>
                  <a:pt x="6716335" y="1291468"/>
                  <a:pt x="6719777" y="1279419"/>
                </a:cubicBezTo>
                <a:cubicBezTo>
                  <a:pt x="6731400" y="1238738"/>
                  <a:pt x="6731478" y="1252295"/>
                  <a:pt x="6746358" y="1226256"/>
                </a:cubicBezTo>
                <a:cubicBezTo>
                  <a:pt x="6750290" y="1219375"/>
                  <a:pt x="6752236" y="1211331"/>
                  <a:pt x="6756991" y="1204991"/>
                </a:cubicBezTo>
                <a:cubicBezTo>
                  <a:pt x="6763006" y="1196972"/>
                  <a:pt x="6772167" y="1191689"/>
                  <a:pt x="6778256" y="1183726"/>
                </a:cubicBezTo>
                <a:cubicBezTo>
                  <a:pt x="6795276" y="1161469"/>
                  <a:pt x="6806289" y="1134427"/>
                  <a:pt x="6826102" y="1114614"/>
                </a:cubicBezTo>
                <a:cubicBezTo>
                  <a:pt x="6833190" y="1107526"/>
                  <a:pt x="6841352" y="1101368"/>
                  <a:pt x="6847367" y="1093349"/>
                </a:cubicBezTo>
                <a:cubicBezTo>
                  <a:pt x="6852999" y="1085840"/>
                  <a:pt x="6873674" y="1035386"/>
                  <a:pt x="6873949" y="1034870"/>
                </a:cubicBezTo>
                <a:cubicBezTo>
                  <a:pt x="6881816" y="1020119"/>
                  <a:pt x="6891670" y="1006517"/>
                  <a:pt x="6900530" y="992340"/>
                </a:cubicBezTo>
                <a:cubicBezTo>
                  <a:pt x="6907618" y="969303"/>
                  <a:pt x="6920992" y="947318"/>
                  <a:pt x="6921795" y="923228"/>
                </a:cubicBezTo>
                <a:cubicBezTo>
                  <a:pt x="6924572" y="839911"/>
                  <a:pt x="6919458" y="756313"/>
                  <a:pt x="6911163" y="673363"/>
                </a:cubicBezTo>
                <a:cubicBezTo>
                  <a:pt x="6910415" y="665882"/>
                  <a:pt x="6902689" y="658222"/>
                  <a:pt x="6895214" y="657414"/>
                </a:cubicBezTo>
                <a:cubicBezTo>
                  <a:pt x="6835286" y="650935"/>
                  <a:pt x="6774711" y="653870"/>
                  <a:pt x="6714460" y="652098"/>
                </a:cubicBezTo>
                <a:cubicBezTo>
                  <a:pt x="6703828" y="650326"/>
                  <a:pt x="6692887" y="649879"/>
                  <a:pt x="6682563" y="646782"/>
                </a:cubicBezTo>
                <a:cubicBezTo>
                  <a:pt x="6674972" y="644505"/>
                  <a:pt x="6668540" y="639368"/>
                  <a:pt x="6661298" y="636149"/>
                </a:cubicBezTo>
                <a:cubicBezTo>
                  <a:pt x="6652577" y="632273"/>
                  <a:pt x="6643577" y="629061"/>
                  <a:pt x="6634716" y="625517"/>
                </a:cubicBezTo>
                <a:cubicBezTo>
                  <a:pt x="6623972" y="593282"/>
                  <a:pt x="6614199" y="578460"/>
                  <a:pt x="6629400" y="540456"/>
                </a:cubicBezTo>
                <a:cubicBezTo>
                  <a:pt x="6634054" y="528822"/>
                  <a:pt x="6647121" y="522735"/>
                  <a:pt x="6655981" y="513875"/>
                </a:cubicBezTo>
                <a:cubicBezTo>
                  <a:pt x="6668162" y="477337"/>
                  <a:pt x="6653217" y="514243"/>
                  <a:pt x="6698512" y="460712"/>
                </a:cubicBezTo>
                <a:cubicBezTo>
                  <a:pt x="6706766" y="450957"/>
                  <a:pt x="6712110" y="439037"/>
                  <a:pt x="6719777" y="428814"/>
                </a:cubicBezTo>
                <a:cubicBezTo>
                  <a:pt x="6728081" y="417742"/>
                  <a:pt x="6738874" y="408559"/>
                  <a:pt x="6746358" y="396917"/>
                </a:cubicBezTo>
                <a:cubicBezTo>
                  <a:pt x="6754929" y="383584"/>
                  <a:pt x="6760981" y="368777"/>
                  <a:pt x="6767623" y="354386"/>
                </a:cubicBezTo>
                <a:cubicBezTo>
                  <a:pt x="6771622" y="345721"/>
                  <a:pt x="6773448" y="336048"/>
                  <a:pt x="6778256" y="327805"/>
                </a:cubicBezTo>
                <a:cubicBezTo>
                  <a:pt x="6830157" y="238832"/>
                  <a:pt x="6783360" y="340703"/>
                  <a:pt x="6820786" y="253377"/>
                </a:cubicBezTo>
                <a:cubicBezTo>
                  <a:pt x="6819014" y="186037"/>
                  <a:pt x="6821182" y="118478"/>
                  <a:pt x="6815470" y="51358"/>
                </a:cubicBezTo>
                <a:cubicBezTo>
                  <a:pt x="6814044" y="34607"/>
                  <a:pt x="6800570" y="-13267"/>
                  <a:pt x="6799521" y="3512"/>
                </a:cubicBezTo>
                <a:cubicBezTo>
                  <a:pt x="6796748" y="47869"/>
                  <a:pt x="6809095" y="91988"/>
                  <a:pt x="6810153" y="136419"/>
                </a:cubicBezTo>
                <a:cubicBezTo>
                  <a:pt x="6810871" y="166588"/>
                  <a:pt x="6806609" y="196670"/>
                  <a:pt x="6804837" y="22679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CDC3A7-4F65-E577-E241-301A21D9C6D2}"/>
              </a:ext>
            </a:extLst>
          </p:cNvPr>
          <p:cNvSpPr txBox="1"/>
          <p:nvPr/>
        </p:nvSpPr>
        <p:spPr>
          <a:xfrm rot="19627806">
            <a:off x="1667774" y="4695467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 3 /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766B43-7F57-ACB1-43EB-689AA9D2C52F}"/>
              </a:ext>
            </a:extLst>
          </p:cNvPr>
          <p:cNvSpPr txBox="1"/>
          <p:nvPr/>
        </p:nvSpPr>
        <p:spPr>
          <a:xfrm rot="20461481">
            <a:off x="7501682" y="1612215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 3 / 3</a:t>
            </a:r>
          </a:p>
        </p:txBody>
      </p:sp>
      <p:sp>
        <p:nvSpPr>
          <p:cNvPr id="30" name="Flowchart: Summing Junction 29">
            <a:extLst>
              <a:ext uri="{FF2B5EF4-FFF2-40B4-BE49-F238E27FC236}">
                <a16:creationId xmlns:a16="http://schemas.microsoft.com/office/drawing/2014/main" id="{C8BB5608-B6C1-7F8C-DFE1-2577A386A4A6}"/>
              </a:ext>
            </a:extLst>
          </p:cNvPr>
          <p:cNvSpPr/>
          <p:nvPr/>
        </p:nvSpPr>
        <p:spPr>
          <a:xfrm>
            <a:off x="2257881" y="2408275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lowchart: Summing Junction 31">
            <a:extLst>
              <a:ext uri="{FF2B5EF4-FFF2-40B4-BE49-F238E27FC236}">
                <a16:creationId xmlns:a16="http://schemas.microsoft.com/office/drawing/2014/main" id="{96AC4592-372F-1067-95E3-E03EF3513B7B}"/>
              </a:ext>
            </a:extLst>
          </p:cNvPr>
          <p:cNvSpPr/>
          <p:nvPr/>
        </p:nvSpPr>
        <p:spPr>
          <a:xfrm>
            <a:off x="6990026" y="295940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E86ACC-40B4-DC24-B2A1-EA239A343B5D}"/>
              </a:ext>
            </a:extLst>
          </p:cNvPr>
          <p:cNvGrpSpPr/>
          <p:nvPr/>
        </p:nvGrpSpPr>
        <p:grpSpPr>
          <a:xfrm rot="19870561">
            <a:off x="1633437" y="2124977"/>
            <a:ext cx="5120640" cy="332794"/>
            <a:chOff x="4391247" y="2408274"/>
            <a:chExt cx="2103120" cy="332794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D238D18A-1E49-0A6A-A7D0-FE0CB7154C1C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5579967" y="2545434"/>
              <a:ext cx="91440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63D59E55-464C-BE29-CA73-A9821C35A28A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rot="10800000" flipV="1">
              <a:off x="4391247" y="2545434"/>
              <a:ext cx="91440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A312FAC-6852-5EFE-7CC5-58DCDADA3B68}"/>
                </a:ext>
              </a:extLst>
            </p:cNvPr>
            <p:cNvSpPr/>
            <p:nvPr/>
          </p:nvSpPr>
          <p:spPr>
            <a:xfrm>
              <a:off x="5305649" y="2408274"/>
              <a:ext cx="27432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EF4A636-15A2-472F-16E0-3B8136033B03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C3887397-5529-103B-18B7-3949569BCC4B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6C6BA9C-B5AD-AA42-FE92-E542F55D4F2C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A7364B9-AFC0-AC79-1ED9-518E1DC9BDDB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E14C4617-4087-81AE-0457-165A32537830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742474F-81F0-1B07-82F1-DD4BB396F76B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6FB397-E4B6-B8C8-4202-569A714E0B2D}"/>
              </a:ext>
            </a:extLst>
          </p:cNvPr>
          <p:cNvGrpSpPr/>
          <p:nvPr/>
        </p:nvGrpSpPr>
        <p:grpSpPr>
          <a:xfrm rot="2712451">
            <a:off x="6915979" y="2624372"/>
            <a:ext cx="4273189" cy="1235279"/>
            <a:chOff x="3998111" y="1320038"/>
            <a:chExt cx="4273184" cy="1235279"/>
          </a:xfrm>
        </p:grpSpPr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21457B69-2A31-59DC-68F9-4DDD5D8B88A5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6941982-0962-37B4-AFB9-6A6E27DE83EB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554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9CEFB-DECA-A4EE-C492-5959939DAB88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C62D7F-773A-4050-71B6-76A52A6EB55C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Heptagon 3">
            <a:extLst>
              <a:ext uri="{FF2B5EF4-FFF2-40B4-BE49-F238E27FC236}">
                <a16:creationId xmlns:a16="http://schemas.microsoft.com/office/drawing/2014/main" id="{E1397812-56E7-1321-E64A-01F92B7AA5D4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22DE723-B8D3-33E5-3A77-1A0038843B61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" name="Heptagon 5">
            <a:extLst>
              <a:ext uri="{FF2B5EF4-FFF2-40B4-BE49-F238E27FC236}">
                <a16:creationId xmlns:a16="http://schemas.microsoft.com/office/drawing/2014/main" id="{B01670D4-2B93-7B3E-F289-CD7A298DEA3A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7" name="Heptagon 6">
            <a:extLst>
              <a:ext uri="{FF2B5EF4-FFF2-40B4-BE49-F238E27FC236}">
                <a16:creationId xmlns:a16="http://schemas.microsoft.com/office/drawing/2014/main" id="{95EB979B-31A5-D3CB-D386-5A966CB8F7A8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8" name="Heptagon 7">
            <a:extLst>
              <a:ext uri="{FF2B5EF4-FFF2-40B4-BE49-F238E27FC236}">
                <a16:creationId xmlns:a16="http://schemas.microsoft.com/office/drawing/2014/main" id="{869D530F-28D2-F1A0-4DC7-38D4140D2CA1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9" name="Heptagon 8">
            <a:extLst>
              <a:ext uri="{FF2B5EF4-FFF2-40B4-BE49-F238E27FC236}">
                <a16:creationId xmlns:a16="http://schemas.microsoft.com/office/drawing/2014/main" id="{EFE21970-F346-4819-D910-12CD83E04886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0" name="Heptagon 9">
            <a:extLst>
              <a:ext uri="{FF2B5EF4-FFF2-40B4-BE49-F238E27FC236}">
                <a16:creationId xmlns:a16="http://schemas.microsoft.com/office/drawing/2014/main" id="{F26774CE-8B4D-9034-D671-B152152FB86E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42ED0-02FB-B777-B56C-75EF787A240B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E201B9-8BCD-B100-88E9-EB2CA544E125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5D602D-D31A-7B98-FF66-EFAD73A5841A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E02452-B238-C9E1-56AF-61665B8AA7D9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3137E7-4E8B-7EC5-65CC-2D7F51CFCD6D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A36AAE4-320E-8796-E858-38FC3FC7C607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FADAE5-70FF-5732-9248-70E7EF368F3C}"/>
              </a:ext>
            </a:extLst>
          </p:cNvPr>
          <p:cNvSpPr/>
          <p:nvPr/>
        </p:nvSpPr>
        <p:spPr>
          <a:xfrm>
            <a:off x="1217428" y="33702"/>
            <a:ext cx="10483702" cy="6658422"/>
          </a:xfrm>
          <a:custGeom>
            <a:avLst/>
            <a:gdLst>
              <a:gd name="csX0" fmla="*/ 37214 w 10483702"/>
              <a:gd name="csY0" fmla="*/ 3203912 h 6658422"/>
              <a:gd name="csX1" fmla="*/ 53163 w 10483702"/>
              <a:gd name="csY1" fmla="*/ 3230493 h 6658422"/>
              <a:gd name="csX2" fmla="*/ 69112 w 10483702"/>
              <a:gd name="csY2" fmla="*/ 3246442 h 6658422"/>
              <a:gd name="csX3" fmla="*/ 90377 w 10483702"/>
              <a:gd name="csY3" fmla="*/ 3294289 h 6658422"/>
              <a:gd name="csX4" fmla="*/ 111642 w 10483702"/>
              <a:gd name="csY4" fmla="*/ 3352768 h 6658422"/>
              <a:gd name="csX5" fmla="*/ 154172 w 10483702"/>
              <a:gd name="csY5" fmla="*/ 3368717 h 6658422"/>
              <a:gd name="csX6" fmla="*/ 170121 w 10483702"/>
              <a:gd name="csY6" fmla="*/ 3384665 h 6658422"/>
              <a:gd name="csX7" fmla="*/ 159488 w 10483702"/>
              <a:gd name="csY7" fmla="*/ 3448461 h 6658422"/>
              <a:gd name="csX8" fmla="*/ 138223 w 10483702"/>
              <a:gd name="csY8" fmla="*/ 3506940 h 6658422"/>
              <a:gd name="csX9" fmla="*/ 122274 w 10483702"/>
              <a:gd name="csY9" fmla="*/ 3544154 h 6658422"/>
              <a:gd name="csX10" fmla="*/ 101009 w 10483702"/>
              <a:gd name="csY10" fmla="*/ 3592000 h 6658422"/>
              <a:gd name="csX11" fmla="*/ 85060 w 10483702"/>
              <a:gd name="csY11" fmla="*/ 3655796 h 6658422"/>
              <a:gd name="csX12" fmla="*/ 69112 w 10483702"/>
              <a:gd name="csY12" fmla="*/ 3693010 h 6658422"/>
              <a:gd name="csX13" fmla="*/ 58479 w 10483702"/>
              <a:gd name="csY13" fmla="*/ 3714275 h 6658422"/>
              <a:gd name="csX14" fmla="*/ 47846 w 10483702"/>
              <a:gd name="csY14" fmla="*/ 3740856 h 6658422"/>
              <a:gd name="csX15" fmla="*/ 42530 w 10483702"/>
              <a:gd name="csY15" fmla="*/ 3783386 h 6658422"/>
              <a:gd name="csX16" fmla="*/ 26581 w 10483702"/>
              <a:gd name="csY16" fmla="*/ 3794019 h 6658422"/>
              <a:gd name="csX17" fmla="*/ 21265 w 10483702"/>
              <a:gd name="csY17" fmla="*/ 3815284 h 6658422"/>
              <a:gd name="csX18" fmla="*/ 10632 w 10483702"/>
              <a:gd name="csY18" fmla="*/ 3900345 h 6658422"/>
              <a:gd name="csX19" fmla="*/ 5316 w 10483702"/>
              <a:gd name="csY19" fmla="*/ 3921610 h 6658422"/>
              <a:gd name="csX20" fmla="*/ 0 w 10483702"/>
              <a:gd name="csY20" fmla="*/ 3948191 h 6658422"/>
              <a:gd name="csX21" fmla="*/ 5316 w 10483702"/>
              <a:gd name="csY21" fmla="*/ 4315014 h 6658422"/>
              <a:gd name="csX22" fmla="*/ 21265 w 10483702"/>
              <a:gd name="csY22" fmla="*/ 4442605 h 6658422"/>
              <a:gd name="csX23" fmla="*/ 53163 w 10483702"/>
              <a:gd name="csY23" fmla="*/ 4506400 h 6658422"/>
              <a:gd name="csX24" fmla="*/ 170121 w 10483702"/>
              <a:gd name="csY24" fmla="*/ 4538298 h 6658422"/>
              <a:gd name="csX25" fmla="*/ 664535 w 10483702"/>
              <a:gd name="csY25" fmla="*/ 4543614 h 6658422"/>
              <a:gd name="csX26" fmla="*/ 728330 w 10483702"/>
              <a:gd name="csY26" fmla="*/ 4554247 h 6658422"/>
              <a:gd name="csX27" fmla="*/ 770860 w 10483702"/>
              <a:gd name="csY27" fmla="*/ 4580828 h 6658422"/>
              <a:gd name="csX28" fmla="*/ 781493 w 10483702"/>
              <a:gd name="csY28" fmla="*/ 4596777 h 6658422"/>
              <a:gd name="csX29" fmla="*/ 802758 w 10483702"/>
              <a:gd name="csY29" fmla="*/ 4618042 h 6658422"/>
              <a:gd name="csX30" fmla="*/ 813391 w 10483702"/>
              <a:gd name="csY30" fmla="*/ 4655256 h 6658422"/>
              <a:gd name="csX31" fmla="*/ 893135 w 10483702"/>
              <a:gd name="csY31" fmla="*/ 4761582 h 6658422"/>
              <a:gd name="csX32" fmla="*/ 956930 w 10483702"/>
              <a:gd name="csY32" fmla="*/ 4814745 h 6658422"/>
              <a:gd name="csX33" fmla="*/ 1036674 w 10483702"/>
              <a:gd name="csY33" fmla="*/ 4883856 h 6658422"/>
              <a:gd name="csX34" fmla="*/ 1089837 w 10483702"/>
              <a:gd name="csY34" fmla="*/ 5016763 h 6658422"/>
              <a:gd name="csX35" fmla="*/ 1127051 w 10483702"/>
              <a:gd name="csY35" fmla="*/ 5096507 h 6658422"/>
              <a:gd name="csX36" fmla="*/ 1137684 w 10483702"/>
              <a:gd name="csY36" fmla="*/ 5112456 h 6658422"/>
              <a:gd name="csX37" fmla="*/ 1164265 w 10483702"/>
              <a:gd name="csY37" fmla="*/ 5117772 h 6658422"/>
              <a:gd name="csX38" fmla="*/ 1350335 w 10483702"/>
              <a:gd name="csY38" fmla="*/ 5213465 h 6658422"/>
              <a:gd name="csX39" fmla="*/ 1387549 w 10483702"/>
              <a:gd name="csY39" fmla="*/ 5234731 h 6658422"/>
              <a:gd name="csX40" fmla="*/ 1398181 w 10483702"/>
              <a:gd name="csY40" fmla="*/ 5277261 h 6658422"/>
              <a:gd name="csX41" fmla="*/ 1414130 w 10483702"/>
              <a:gd name="csY41" fmla="*/ 5325107 h 6658422"/>
              <a:gd name="csX42" fmla="*/ 1451344 w 10483702"/>
              <a:gd name="csY42" fmla="*/ 5367638 h 6658422"/>
              <a:gd name="csX43" fmla="*/ 1499191 w 10483702"/>
              <a:gd name="csY43" fmla="*/ 5442065 h 6658422"/>
              <a:gd name="csX44" fmla="*/ 1562986 w 10483702"/>
              <a:gd name="csY44" fmla="*/ 5505861 h 6658422"/>
              <a:gd name="csX45" fmla="*/ 1605516 w 10483702"/>
              <a:gd name="csY45" fmla="*/ 5543075 h 6658422"/>
              <a:gd name="csX46" fmla="*/ 1648046 w 10483702"/>
              <a:gd name="csY46" fmla="*/ 5590921 h 6658422"/>
              <a:gd name="csX47" fmla="*/ 1717158 w 10483702"/>
              <a:gd name="csY47" fmla="*/ 5633451 h 6658422"/>
              <a:gd name="csX48" fmla="*/ 1818167 w 10483702"/>
              <a:gd name="csY48" fmla="*/ 5691931 h 6658422"/>
              <a:gd name="csX49" fmla="*/ 1903228 w 10483702"/>
              <a:gd name="csY49" fmla="*/ 5750410 h 6658422"/>
              <a:gd name="csX50" fmla="*/ 1951074 w 10483702"/>
              <a:gd name="csY50" fmla="*/ 5787624 h 6658422"/>
              <a:gd name="csX51" fmla="*/ 1982972 w 10483702"/>
              <a:gd name="csY51" fmla="*/ 5803572 h 6658422"/>
              <a:gd name="csX52" fmla="*/ 2147777 w 10483702"/>
              <a:gd name="csY52" fmla="*/ 5904582 h 6658422"/>
              <a:gd name="csX53" fmla="*/ 2174358 w 10483702"/>
              <a:gd name="csY53" fmla="*/ 5909898 h 6658422"/>
              <a:gd name="csX54" fmla="*/ 2190307 w 10483702"/>
              <a:gd name="csY54" fmla="*/ 5915214 h 6658422"/>
              <a:gd name="csX55" fmla="*/ 2238153 w 10483702"/>
              <a:gd name="csY55" fmla="*/ 5925847 h 6658422"/>
              <a:gd name="csX56" fmla="*/ 2429539 w 10483702"/>
              <a:gd name="csY56" fmla="*/ 5973693 h 6658422"/>
              <a:gd name="csX57" fmla="*/ 2716619 w 10483702"/>
              <a:gd name="csY57" fmla="*/ 5979010 h 6658422"/>
              <a:gd name="csX58" fmla="*/ 2796363 w 10483702"/>
              <a:gd name="csY58" fmla="*/ 6000275 h 6658422"/>
              <a:gd name="csX59" fmla="*/ 2886739 w 10483702"/>
              <a:gd name="csY59" fmla="*/ 6032172 h 6658422"/>
              <a:gd name="csX60" fmla="*/ 2939902 w 10483702"/>
              <a:gd name="csY60" fmla="*/ 6037489 h 6658422"/>
              <a:gd name="csX61" fmla="*/ 3253563 w 10483702"/>
              <a:gd name="csY61" fmla="*/ 6127865 h 6658422"/>
              <a:gd name="csX62" fmla="*/ 3397102 w 10483702"/>
              <a:gd name="csY62" fmla="*/ 6159763 h 6658422"/>
              <a:gd name="csX63" fmla="*/ 3524693 w 10483702"/>
              <a:gd name="csY63" fmla="*/ 6186345 h 6658422"/>
              <a:gd name="csX64" fmla="*/ 3556591 w 10483702"/>
              <a:gd name="csY64" fmla="*/ 6202293 h 6658422"/>
              <a:gd name="csX65" fmla="*/ 3646967 w 10483702"/>
              <a:gd name="csY65" fmla="*/ 6228875 h 6658422"/>
              <a:gd name="csX66" fmla="*/ 3811772 w 10483702"/>
              <a:gd name="csY66" fmla="*/ 6287354 h 6658422"/>
              <a:gd name="csX67" fmla="*/ 3891516 w 10483702"/>
              <a:gd name="csY67" fmla="*/ 6313935 h 6658422"/>
              <a:gd name="csX68" fmla="*/ 4141381 w 10483702"/>
              <a:gd name="csY68" fmla="*/ 6425577 h 6658422"/>
              <a:gd name="csX69" fmla="*/ 4279605 w 10483702"/>
              <a:gd name="csY69" fmla="*/ 6468107 h 6658422"/>
              <a:gd name="csX70" fmla="*/ 4433777 w 10483702"/>
              <a:gd name="csY70" fmla="*/ 6510638 h 6658422"/>
              <a:gd name="csX71" fmla="*/ 4497572 w 10483702"/>
              <a:gd name="csY71" fmla="*/ 6521270 h 6658422"/>
              <a:gd name="csX72" fmla="*/ 4518837 w 10483702"/>
              <a:gd name="csY72" fmla="*/ 6531903 h 6658422"/>
              <a:gd name="csX73" fmla="*/ 4619846 w 10483702"/>
              <a:gd name="csY73" fmla="*/ 6627596 h 6658422"/>
              <a:gd name="csX74" fmla="*/ 4720856 w 10483702"/>
              <a:gd name="csY74" fmla="*/ 6622279 h 6658422"/>
              <a:gd name="csX75" fmla="*/ 5018567 w 10483702"/>
              <a:gd name="csY75" fmla="*/ 6638228 h 6658422"/>
              <a:gd name="csX76" fmla="*/ 5071730 w 10483702"/>
              <a:gd name="csY76" fmla="*/ 6632912 h 6658422"/>
              <a:gd name="csX77" fmla="*/ 5140842 w 10483702"/>
              <a:gd name="csY77" fmla="*/ 6616963 h 6658422"/>
              <a:gd name="csX78" fmla="*/ 5167423 w 10483702"/>
              <a:gd name="csY78" fmla="*/ 6611647 h 6658422"/>
              <a:gd name="csX79" fmla="*/ 5342860 w 10483702"/>
              <a:gd name="csY79" fmla="*/ 6632912 h 6658422"/>
              <a:gd name="csX80" fmla="*/ 5396023 w 10483702"/>
              <a:gd name="csY80" fmla="*/ 6638228 h 6658422"/>
              <a:gd name="csX81" fmla="*/ 5715000 w 10483702"/>
              <a:gd name="csY81" fmla="*/ 6632912 h 6658422"/>
              <a:gd name="csX82" fmla="*/ 6012712 w 10483702"/>
              <a:gd name="csY82" fmla="*/ 6638228 h 6658422"/>
              <a:gd name="csX83" fmla="*/ 6916479 w 10483702"/>
              <a:gd name="csY83" fmla="*/ 6627596 h 6658422"/>
              <a:gd name="csX84" fmla="*/ 6959009 w 10483702"/>
              <a:gd name="csY84" fmla="*/ 6606331 h 6658422"/>
              <a:gd name="csX85" fmla="*/ 7075967 w 10483702"/>
              <a:gd name="csY85" fmla="*/ 6563800 h 6658422"/>
              <a:gd name="csX86" fmla="*/ 7214191 w 10483702"/>
              <a:gd name="csY86" fmla="*/ 6542535 h 6658422"/>
              <a:gd name="csX87" fmla="*/ 7293935 w 10483702"/>
              <a:gd name="csY87" fmla="*/ 6521270 h 6658422"/>
              <a:gd name="csX88" fmla="*/ 7437474 w 10483702"/>
              <a:gd name="csY88" fmla="*/ 6505321 h 6658422"/>
              <a:gd name="csX89" fmla="*/ 7538484 w 10483702"/>
              <a:gd name="csY89" fmla="*/ 6457475 h 6658422"/>
              <a:gd name="csX90" fmla="*/ 7612912 w 10483702"/>
              <a:gd name="csY90" fmla="*/ 6430893 h 6658422"/>
              <a:gd name="csX91" fmla="*/ 7644809 w 10483702"/>
              <a:gd name="csY91" fmla="*/ 6420261 h 6658422"/>
              <a:gd name="csX92" fmla="*/ 7692656 w 10483702"/>
              <a:gd name="csY92" fmla="*/ 6414945 h 6658422"/>
              <a:gd name="csX93" fmla="*/ 7777716 w 10483702"/>
              <a:gd name="csY93" fmla="*/ 6398996 h 6658422"/>
              <a:gd name="csX94" fmla="*/ 8133907 w 10483702"/>
              <a:gd name="csY94" fmla="*/ 6383047 h 6658422"/>
              <a:gd name="csX95" fmla="*/ 8415670 w 10483702"/>
              <a:gd name="csY95" fmla="*/ 6250140 h 6658422"/>
              <a:gd name="csX96" fmla="*/ 8447567 w 10483702"/>
              <a:gd name="csY96" fmla="*/ 6223558 h 6658422"/>
              <a:gd name="csX97" fmla="*/ 8596423 w 10483702"/>
              <a:gd name="csY97" fmla="*/ 6234191 h 6658422"/>
              <a:gd name="csX98" fmla="*/ 8686800 w 10483702"/>
              <a:gd name="csY98" fmla="*/ 6228875 h 6658422"/>
              <a:gd name="csX99" fmla="*/ 8761228 w 10483702"/>
              <a:gd name="csY99" fmla="*/ 6202293 h 6658422"/>
              <a:gd name="csX100" fmla="*/ 8798442 w 10483702"/>
              <a:gd name="csY100" fmla="*/ 6181028 h 6658422"/>
              <a:gd name="csX101" fmla="*/ 8888819 w 10483702"/>
              <a:gd name="csY101" fmla="*/ 6165079 h 6658422"/>
              <a:gd name="csX102" fmla="*/ 8915400 w 10483702"/>
              <a:gd name="csY102" fmla="*/ 6154447 h 6658422"/>
              <a:gd name="csX103" fmla="*/ 9080205 w 10483702"/>
              <a:gd name="csY103" fmla="*/ 6117233 h 6658422"/>
              <a:gd name="csX104" fmla="*/ 9154632 w 10483702"/>
              <a:gd name="csY104" fmla="*/ 6074703 h 6658422"/>
              <a:gd name="csX105" fmla="*/ 9186530 w 10483702"/>
              <a:gd name="csY105" fmla="*/ 6064070 h 6658422"/>
              <a:gd name="csX106" fmla="*/ 9276907 w 10483702"/>
              <a:gd name="csY106" fmla="*/ 6042805 h 6658422"/>
              <a:gd name="csX107" fmla="*/ 9415130 w 10483702"/>
              <a:gd name="csY107" fmla="*/ 5984326 h 6658422"/>
              <a:gd name="csX108" fmla="*/ 9510823 w 10483702"/>
              <a:gd name="csY108" fmla="*/ 5952428 h 6658422"/>
              <a:gd name="csX109" fmla="*/ 9686260 w 10483702"/>
              <a:gd name="csY109" fmla="*/ 5835470 h 6658422"/>
              <a:gd name="csX110" fmla="*/ 10015870 w 10483702"/>
              <a:gd name="csY110" fmla="*/ 5660033 h 6658422"/>
              <a:gd name="csX111" fmla="*/ 10063716 w 10483702"/>
              <a:gd name="csY111" fmla="*/ 5580289 h 6658422"/>
              <a:gd name="csX112" fmla="*/ 10111563 w 10483702"/>
              <a:gd name="csY112" fmla="*/ 5468647 h 6658422"/>
              <a:gd name="csX113" fmla="*/ 10138144 w 10483702"/>
              <a:gd name="csY113" fmla="*/ 5447382 h 6658422"/>
              <a:gd name="csX114" fmla="*/ 10164725 w 10483702"/>
              <a:gd name="csY114" fmla="*/ 5415484 h 6658422"/>
              <a:gd name="csX115" fmla="*/ 10207256 w 10483702"/>
              <a:gd name="csY115" fmla="*/ 5351689 h 6658422"/>
              <a:gd name="csX116" fmla="*/ 10297632 w 10483702"/>
              <a:gd name="csY116" fmla="*/ 5192200 h 6658422"/>
              <a:gd name="csX117" fmla="*/ 10308265 w 10483702"/>
              <a:gd name="csY117" fmla="*/ 5133721 h 6658422"/>
              <a:gd name="csX118" fmla="*/ 10356112 w 10483702"/>
              <a:gd name="csY118" fmla="*/ 5032712 h 6658422"/>
              <a:gd name="csX119" fmla="*/ 10377377 w 10483702"/>
              <a:gd name="csY119" fmla="*/ 4984865 h 6658422"/>
              <a:gd name="csX120" fmla="*/ 10414591 w 10483702"/>
              <a:gd name="csY120" fmla="*/ 4830693 h 6658422"/>
              <a:gd name="csX121" fmla="*/ 10419907 w 10483702"/>
              <a:gd name="csY121" fmla="*/ 4804112 h 6658422"/>
              <a:gd name="csX122" fmla="*/ 10430539 w 10483702"/>
              <a:gd name="csY122" fmla="*/ 4772214 h 6658422"/>
              <a:gd name="csX123" fmla="*/ 10435856 w 10483702"/>
              <a:gd name="csY123" fmla="*/ 4708419 h 6658422"/>
              <a:gd name="csX124" fmla="*/ 10441172 w 10483702"/>
              <a:gd name="csY124" fmla="*/ 4687154 h 6658422"/>
              <a:gd name="csX125" fmla="*/ 10457121 w 10483702"/>
              <a:gd name="csY125" fmla="*/ 4532982 h 6658422"/>
              <a:gd name="csX126" fmla="*/ 10467753 w 10483702"/>
              <a:gd name="csY126" fmla="*/ 4501084 h 6658422"/>
              <a:gd name="csX127" fmla="*/ 10462437 w 10483702"/>
              <a:gd name="csY127" fmla="*/ 4288433 h 6658422"/>
              <a:gd name="csX128" fmla="*/ 10467753 w 10483702"/>
              <a:gd name="csY128" fmla="*/ 4235270 h 6658422"/>
              <a:gd name="csX129" fmla="*/ 10473070 w 10483702"/>
              <a:gd name="csY129" fmla="*/ 4075782 h 6658422"/>
              <a:gd name="csX130" fmla="*/ 10483702 w 10483702"/>
              <a:gd name="csY130" fmla="*/ 3836549 h 6658422"/>
              <a:gd name="csX131" fmla="*/ 10462437 w 10483702"/>
              <a:gd name="csY131" fmla="*/ 3629214 h 6658422"/>
              <a:gd name="csX132" fmla="*/ 10430539 w 10483702"/>
              <a:gd name="csY132" fmla="*/ 3570735 h 6658422"/>
              <a:gd name="csX133" fmla="*/ 10377377 w 10483702"/>
              <a:gd name="csY133" fmla="*/ 3427196 h 6658422"/>
              <a:gd name="csX134" fmla="*/ 10366744 w 10483702"/>
              <a:gd name="csY134" fmla="*/ 3342135 h 6658422"/>
              <a:gd name="csX135" fmla="*/ 10334846 w 10483702"/>
              <a:gd name="csY135" fmla="*/ 3209228 h 6658422"/>
              <a:gd name="csX136" fmla="*/ 10249786 w 10483702"/>
              <a:gd name="csY136" fmla="*/ 3140117 h 6658422"/>
              <a:gd name="csX137" fmla="*/ 9983972 w 10483702"/>
              <a:gd name="csY137" fmla="*/ 3150749 h 6658422"/>
              <a:gd name="csX138" fmla="*/ 9712842 w 10483702"/>
              <a:gd name="csY138" fmla="*/ 3161382 h 6658422"/>
              <a:gd name="csX139" fmla="*/ 9670312 w 10483702"/>
              <a:gd name="csY139" fmla="*/ 3156065 h 6658422"/>
              <a:gd name="csX140" fmla="*/ 9659679 w 10483702"/>
              <a:gd name="csY140" fmla="*/ 3071005 h 6658422"/>
              <a:gd name="csX141" fmla="*/ 9627781 w 10483702"/>
              <a:gd name="csY141" fmla="*/ 3028475 h 6658422"/>
              <a:gd name="csX142" fmla="*/ 9585251 w 10483702"/>
              <a:gd name="csY142" fmla="*/ 2969996 h 6658422"/>
              <a:gd name="csX143" fmla="*/ 9558670 w 10483702"/>
              <a:gd name="csY143" fmla="*/ 2906200 h 6658422"/>
              <a:gd name="csX144" fmla="*/ 9542721 w 10483702"/>
              <a:gd name="csY144" fmla="*/ 2890251 h 6658422"/>
              <a:gd name="csX145" fmla="*/ 9462977 w 10483702"/>
              <a:gd name="csY145" fmla="*/ 2900884 h 6658422"/>
              <a:gd name="csX146" fmla="*/ 9346019 w 10483702"/>
              <a:gd name="csY146" fmla="*/ 2922149 h 6658422"/>
              <a:gd name="csX147" fmla="*/ 8931349 w 10483702"/>
              <a:gd name="csY147" fmla="*/ 2895568 h 6658422"/>
              <a:gd name="csX148" fmla="*/ 8702749 w 10483702"/>
              <a:gd name="csY148" fmla="*/ 2831772 h 6658422"/>
              <a:gd name="csX149" fmla="*/ 8633637 w 10483702"/>
              <a:gd name="csY149" fmla="*/ 2757345 h 6658422"/>
              <a:gd name="csX150" fmla="*/ 8575158 w 10483702"/>
              <a:gd name="csY150" fmla="*/ 2709498 h 6658422"/>
              <a:gd name="csX151" fmla="*/ 8506046 w 10483702"/>
              <a:gd name="csY151" fmla="*/ 2661651 h 6658422"/>
              <a:gd name="csX152" fmla="*/ 8367823 w 10483702"/>
              <a:gd name="csY152" fmla="*/ 2603172 h 6658422"/>
              <a:gd name="csX153" fmla="*/ 8181753 w 10483702"/>
              <a:gd name="csY153" fmla="*/ 2544693 h 6658422"/>
              <a:gd name="csX154" fmla="*/ 8165805 w 10483702"/>
              <a:gd name="csY154" fmla="*/ 2464949 h 6658422"/>
              <a:gd name="csX155" fmla="*/ 8133907 w 10483702"/>
              <a:gd name="csY155" fmla="*/ 2422419 h 6658422"/>
              <a:gd name="csX156" fmla="*/ 8059479 w 10483702"/>
              <a:gd name="csY156" fmla="*/ 2310777 h 6658422"/>
              <a:gd name="csX157" fmla="*/ 7937205 w 10483702"/>
              <a:gd name="csY157" fmla="*/ 2246982 h 6658422"/>
              <a:gd name="csX158" fmla="*/ 7921256 w 10483702"/>
              <a:gd name="csY158" fmla="*/ 2225717 h 6658422"/>
              <a:gd name="csX159" fmla="*/ 7884042 w 10483702"/>
              <a:gd name="csY159" fmla="*/ 2167238 h 6658422"/>
              <a:gd name="csX160" fmla="*/ 7868093 w 10483702"/>
              <a:gd name="csY160" fmla="*/ 2161921 h 6658422"/>
              <a:gd name="csX161" fmla="*/ 7836195 w 10483702"/>
              <a:gd name="csY161" fmla="*/ 2098126 h 6658422"/>
              <a:gd name="csX162" fmla="*/ 7820246 w 10483702"/>
              <a:gd name="csY162" fmla="*/ 2066228 h 6658422"/>
              <a:gd name="csX163" fmla="*/ 7814930 w 10483702"/>
              <a:gd name="csY163" fmla="*/ 2050279 h 6658422"/>
              <a:gd name="csX164" fmla="*/ 7788349 w 10483702"/>
              <a:gd name="csY164" fmla="*/ 2029014 h 6658422"/>
              <a:gd name="csX165" fmla="*/ 7783032 w 10483702"/>
              <a:gd name="csY165" fmla="*/ 2013065 h 6658422"/>
              <a:gd name="csX166" fmla="*/ 7713921 w 10483702"/>
              <a:gd name="csY166" fmla="*/ 1954586 h 6658422"/>
              <a:gd name="csX167" fmla="*/ 7448107 w 10483702"/>
              <a:gd name="csY167" fmla="*/ 1975851 h 6658422"/>
              <a:gd name="csX168" fmla="*/ 6932428 w 10483702"/>
              <a:gd name="csY168" fmla="*/ 1970535 h 6658422"/>
              <a:gd name="csX169" fmla="*/ 6873949 w 10483702"/>
              <a:gd name="csY169" fmla="*/ 1938638 h 6658422"/>
              <a:gd name="csX170" fmla="*/ 6852684 w 10483702"/>
              <a:gd name="csY170" fmla="*/ 1864210 h 6658422"/>
              <a:gd name="csX171" fmla="*/ 6836735 w 10483702"/>
              <a:gd name="csY171" fmla="*/ 1821679 h 6658422"/>
              <a:gd name="csX172" fmla="*/ 6826102 w 10483702"/>
              <a:gd name="csY172" fmla="*/ 1789782 h 6658422"/>
              <a:gd name="csX173" fmla="*/ 6804837 w 10483702"/>
              <a:gd name="csY173" fmla="*/ 1741935 h 6658422"/>
              <a:gd name="csX174" fmla="*/ 6783572 w 10483702"/>
              <a:gd name="csY174" fmla="*/ 1720670 h 6658422"/>
              <a:gd name="csX175" fmla="*/ 6772939 w 10483702"/>
              <a:gd name="csY175" fmla="*/ 1688772 h 6658422"/>
              <a:gd name="csX176" fmla="*/ 6751674 w 10483702"/>
              <a:gd name="csY176" fmla="*/ 1646242 h 6658422"/>
              <a:gd name="csX177" fmla="*/ 6714460 w 10483702"/>
              <a:gd name="csY177" fmla="*/ 1529284 h 6658422"/>
              <a:gd name="csX178" fmla="*/ 6714460 w 10483702"/>
              <a:gd name="csY178" fmla="*/ 1316633 h 6658422"/>
              <a:gd name="csX179" fmla="*/ 6719777 w 10483702"/>
              <a:gd name="csY179" fmla="*/ 1279419 h 6658422"/>
              <a:gd name="csX180" fmla="*/ 6746358 w 10483702"/>
              <a:gd name="csY180" fmla="*/ 1226256 h 6658422"/>
              <a:gd name="csX181" fmla="*/ 6756991 w 10483702"/>
              <a:gd name="csY181" fmla="*/ 1204991 h 6658422"/>
              <a:gd name="csX182" fmla="*/ 6778256 w 10483702"/>
              <a:gd name="csY182" fmla="*/ 1183726 h 6658422"/>
              <a:gd name="csX183" fmla="*/ 6826102 w 10483702"/>
              <a:gd name="csY183" fmla="*/ 1114614 h 6658422"/>
              <a:gd name="csX184" fmla="*/ 6847367 w 10483702"/>
              <a:gd name="csY184" fmla="*/ 1093349 h 6658422"/>
              <a:gd name="csX185" fmla="*/ 6873949 w 10483702"/>
              <a:gd name="csY185" fmla="*/ 1034870 h 6658422"/>
              <a:gd name="csX186" fmla="*/ 6900530 w 10483702"/>
              <a:gd name="csY186" fmla="*/ 992340 h 6658422"/>
              <a:gd name="csX187" fmla="*/ 6921795 w 10483702"/>
              <a:gd name="csY187" fmla="*/ 923228 h 6658422"/>
              <a:gd name="csX188" fmla="*/ 6911163 w 10483702"/>
              <a:gd name="csY188" fmla="*/ 673363 h 6658422"/>
              <a:gd name="csX189" fmla="*/ 6895214 w 10483702"/>
              <a:gd name="csY189" fmla="*/ 657414 h 6658422"/>
              <a:gd name="csX190" fmla="*/ 6714460 w 10483702"/>
              <a:gd name="csY190" fmla="*/ 652098 h 6658422"/>
              <a:gd name="csX191" fmla="*/ 6682563 w 10483702"/>
              <a:gd name="csY191" fmla="*/ 646782 h 6658422"/>
              <a:gd name="csX192" fmla="*/ 6661298 w 10483702"/>
              <a:gd name="csY192" fmla="*/ 636149 h 6658422"/>
              <a:gd name="csX193" fmla="*/ 6634716 w 10483702"/>
              <a:gd name="csY193" fmla="*/ 625517 h 6658422"/>
              <a:gd name="csX194" fmla="*/ 6629400 w 10483702"/>
              <a:gd name="csY194" fmla="*/ 540456 h 6658422"/>
              <a:gd name="csX195" fmla="*/ 6655981 w 10483702"/>
              <a:gd name="csY195" fmla="*/ 513875 h 6658422"/>
              <a:gd name="csX196" fmla="*/ 6698512 w 10483702"/>
              <a:gd name="csY196" fmla="*/ 460712 h 6658422"/>
              <a:gd name="csX197" fmla="*/ 6719777 w 10483702"/>
              <a:gd name="csY197" fmla="*/ 428814 h 6658422"/>
              <a:gd name="csX198" fmla="*/ 6746358 w 10483702"/>
              <a:gd name="csY198" fmla="*/ 396917 h 6658422"/>
              <a:gd name="csX199" fmla="*/ 6767623 w 10483702"/>
              <a:gd name="csY199" fmla="*/ 354386 h 6658422"/>
              <a:gd name="csX200" fmla="*/ 6778256 w 10483702"/>
              <a:gd name="csY200" fmla="*/ 327805 h 6658422"/>
              <a:gd name="csX201" fmla="*/ 6820786 w 10483702"/>
              <a:gd name="csY201" fmla="*/ 253377 h 6658422"/>
              <a:gd name="csX202" fmla="*/ 6815470 w 10483702"/>
              <a:gd name="csY202" fmla="*/ 51358 h 6658422"/>
              <a:gd name="csX203" fmla="*/ 6799521 w 10483702"/>
              <a:gd name="csY203" fmla="*/ 3512 h 6658422"/>
              <a:gd name="csX204" fmla="*/ 6810153 w 10483702"/>
              <a:gd name="csY204" fmla="*/ 136419 h 6658422"/>
              <a:gd name="csX205" fmla="*/ 6804837 w 10483702"/>
              <a:gd name="csY205" fmla="*/ 226796 h 6658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10483702" h="6658422">
                <a:moveTo>
                  <a:pt x="37214" y="3203912"/>
                </a:moveTo>
                <a:cubicBezTo>
                  <a:pt x="42530" y="3212772"/>
                  <a:pt x="46963" y="3222227"/>
                  <a:pt x="53163" y="3230493"/>
                </a:cubicBezTo>
                <a:cubicBezTo>
                  <a:pt x="57674" y="3236508"/>
                  <a:pt x="65324" y="3239948"/>
                  <a:pt x="69112" y="3246442"/>
                </a:cubicBezTo>
                <a:cubicBezTo>
                  <a:pt x="77906" y="3261518"/>
                  <a:pt x="83289" y="3278340"/>
                  <a:pt x="90377" y="3294289"/>
                </a:cubicBezTo>
                <a:cubicBezTo>
                  <a:pt x="94648" y="3315644"/>
                  <a:pt x="96094" y="3334999"/>
                  <a:pt x="111642" y="3352768"/>
                </a:cubicBezTo>
                <a:cubicBezTo>
                  <a:pt x="119425" y="3361662"/>
                  <a:pt x="143674" y="3366092"/>
                  <a:pt x="154172" y="3368717"/>
                </a:cubicBezTo>
                <a:cubicBezTo>
                  <a:pt x="159488" y="3374033"/>
                  <a:pt x="166391" y="3378137"/>
                  <a:pt x="170121" y="3384665"/>
                </a:cubicBezTo>
                <a:cubicBezTo>
                  <a:pt x="183994" y="3408943"/>
                  <a:pt x="167880" y="3423285"/>
                  <a:pt x="159488" y="3448461"/>
                </a:cubicBezTo>
                <a:cubicBezTo>
                  <a:pt x="140273" y="3506106"/>
                  <a:pt x="158561" y="3466267"/>
                  <a:pt x="138223" y="3506940"/>
                </a:cubicBezTo>
                <a:cubicBezTo>
                  <a:pt x="124161" y="3563192"/>
                  <a:pt x="143254" y="3496950"/>
                  <a:pt x="122274" y="3544154"/>
                </a:cubicBezTo>
                <a:cubicBezTo>
                  <a:pt x="96968" y="3601093"/>
                  <a:pt x="125073" y="3555905"/>
                  <a:pt x="101009" y="3592000"/>
                </a:cubicBezTo>
                <a:cubicBezTo>
                  <a:pt x="95693" y="3613265"/>
                  <a:pt x="94862" y="3636190"/>
                  <a:pt x="85060" y="3655796"/>
                </a:cubicBezTo>
                <a:cubicBezTo>
                  <a:pt x="49784" y="3726351"/>
                  <a:pt x="92588" y="3638233"/>
                  <a:pt x="69112" y="3693010"/>
                </a:cubicBezTo>
                <a:cubicBezTo>
                  <a:pt x="65990" y="3700294"/>
                  <a:pt x="61698" y="3707033"/>
                  <a:pt x="58479" y="3714275"/>
                </a:cubicBezTo>
                <a:cubicBezTo>
                  <a:pt x="54603" y="3722995"/>
                  <a:pt x="51390" y="3731996"/>
                  <a:pt x="47846" y="3740856"/>
                </a:cubicBezTo>
                <a:cubicBezTo>
                  <a:pt x="46074" y="3755033"/>
                  <a:pt x="47836" y="3770121"/>
                  <a:pt x="42530" y="3783386"/>
                </a:cubicBezTo>
                <a:cubicBezTo>
                  <a:pt x="40157" y="3789319"/>
                  <a:pt x="30125" y="3788703"/>
                  <a:pt x="26581" y="3794019"/>
                </a:cubicBezTo>
                <a:cubicBezTo>
                  <a:pt x="22528" y="3800098"/>
                  <a:pt x="22572" y="3808095"/>
                  <a:pt x="21265" y="3815284"/>
                </a:cubicBezTo>
                <a:cubicBezTo>
                  <a:pt x="11981" y="3866349"/>
                  <a:pt x="19508" y="3842650"/>
                  <a:pt x="10632" y="3900345"/>
                </a:cubicBezTo>
                <a:cubicBezTo>
                  <a:pt x="9521" y="3907566"/>
                  <a:pt x="6901" y="3914478"/>
                  <a:pt x="5316" y="3921610"/>
                </a:cubicBezTo>
                <a:cubicBezTo>
                  <a:pt x="3356" y="3930431"/>
                  <a:pt x="1772" y="3939331"/>
                  <a:pt x="0" y="3948191"/>
                </a:cubicBezTo>
                <a:cubicBezTo>
                  <a:pt x="1772" y="4070465"/>
                  <a:pt x="2370" y="4192762"/>
                  <a:pt x="5316" y="4315014"/>
                </a:cubicBezTo>
                <a:cubicBezTo>
                  <a:pt x="6340" y="4357496"/>
                  <a:pt x="9808" y="4401361"/>
                  <a:pt x="21265" y="4442605"/>
                </a:cubicBezTo>
                <a:cubicBezTo>
                  <a:pt x="23408" y="4450321"/>
                  <a:pt x="38029" y="4498251"/>
                  <a:pt x="53163" y="4506400"/>
                </a:cubicBezTo>
                <a:cubicBezTo>
                  <a:pt x="62761" y="4511568"/>
                  <a:pt x="164866" y="4538098"/>
                  <a:pt x="170121" y="4538298"/>
                </a:cubicBezTo>
                <a:cubicBezTo>
                  <a:pt x="334816" y="4544572"/>
                  <a:pt x="499730" y="4541842"/>
                  <a:pt x="664535" y="4543614"/>
                </a:cubicBezTo>
                <a:cubicBezTo>
                  <a:pt x="685800" y="4547158"/>
                  <a:pt x="707415" y="4549018"/>
                  <a:pt x="728330" y="4554247"/>
                </a:cubicBezTo>
                <a:cubicBezTo>
                  <a:pt x="739561" y="4557055"/>
                  <a:pt x="763334" y="4573302"/>
                  <a:pt x="770860" y="4580828"/>
                </a:cubicBezTo>
                <a:cubicBezTo>
                  <a:pt x="775378" y="4585346"/>
                  <a:pt x="777335" y="4591926"/>
                  <a:pt x="781493" y="4596777"/>
                </a:cubicBezTo>
                <a:cubicBezTo>
                  <a:pt x="788017" y="4604388"/>
                  <a:pt x="795670" y="4610954"/>
                  <a:pt x="802758" y="4618042"/>
                </a:cubicBezTo>
                <a:cubicBezTo>
                  <a:pt x="806302" y="4630447"/>
                  <a:pt x="807043" y="4644025"/>
                  <a:pt x="813391" y="4655256"/>
                </a:cubicBezTo>
                <a:cubicBezTo>
                  <a:pt x="833096" y="4690120"/>
                  <a:pt x="860491" y="4733018"/>
                  <a:pt x="893135" y="4761582"/>
                </a:cubicBezTo>
                <a:cubicBezTo>
                  <a:pt x="913967" y="4779810"/>
                  <a:pt x="934912" y="4797969"/>
                  <a:pt x="956930" y="4814745"/>
                </a:cubicBezTo>
                <a:cubicBezTo>
                  <a:pt x="997103" y="4845353"/>
                  <a:pt x="1010430" y="4840911"/>
                  <a:pt x="1036674" y="4883856"/>
                </a:cubicBezTo>
                <a:cubicBezTo>
                  <a:pt x="1057208" y="4917457"/>
                  <a:pt x="1076908" y="4982284"/>
                  <a:pt x="1089837" y="5016763"/>
                </a:cubicBezTo>
                <a:cubicBezTo>
                  <a:pt x="1108042" y="5065312"/>
                  <a:pt x="1105016" y="5061252"/>
                  <a:pt x="1127051" y="5096507"/>
                </a:cubicBezTo>
                <a:cubicBezTo>
                  <a:pt x="1130437" y="5101925"/>
                  <a:pt x="1132136" y="5109286"/>
                  <a:pt x="1137684" y="5112456"/>
                </a:cubicBezTo>
                <a:cubicBezTo>
                  <a:pt x="1145529" y="5116939"/>
                  <a:pt x="1155405" y="5116000"/>
                  <a:pt x="1164265" y="5117772"/>
                </a:cubicBezTo>
                <a:lnTo>
                  <a:pt x="1350335" y="5213465"/>
                </a:lnTo>
                <a:cubicBezTo>
                  <a:pt x="1362991" y="5220094"/>
                  <a:pt x="1378977" y="5223301"/>
                  <a:pt x="1387549" y="5234731"/>
                </a:cubicBezTo>
                <a:cubicBezTo>
                  <a:pt x="1396317" y="5246421"/>
                  <a:pt x="1394058" y="5263242"/>
                  <a:pt x="1398181" y="5277261"/>
                </a:cubicBezTo>
                <a:cubicBezTo>
                  <a:pt x="1402925" y="5293389"/>
                  <a:pt x="1405606" y="5310617"/>
                  <a:pt x="1414130" y="5325107"/>
                </a:cubicBezTo>
                <a:cubicBezTo>
                  <a:pt x="1423681" y="5341344"/>
                  <a:pt x="1438939" y="5353461"/>
                  <a:pt x="1451344" y="5367638"/>
                </a:cubicBezTo>
                <a:cubicBezTo>
                  <a:pt x="1471906" y="5429320"/>
                  <a:pt x="1447921" y="5371076"/>
                  <a:pt x="1499191" y="5442065"/>
                </a:cubicBezTo>
                <a:cubicBezTo>
                  <a:pt x="1546960" y="5508207"/>
                  <a:pt x="1506002" y="5486866"/>
                  <a:pt x="1562986" y="5505861"/>
                </a:cubicBezTo>
                <a:cubicBezTo>
                  <a:pt x="1577163" y="5518266"/>
                  <a:pt x="1592196" y="5529755"/>
                  <a:pt x="1605516" y="5543075"/>
                </a:cubicBezTo>
                <a:cubicBezTo>
                  <a:pt x="1620605" y="5558164"/>
                  <a:pt x="1632045" y="5576803"/>
                  <a:pt x="1648046" y="5590921"/>
                </a:cubicBezTo>
                <a:cubicBezTo>
                  <a:pt x="1684575" y="5623152"/>
                  <a:pt x="1686154" y="5615927"/>
                  <a:pt x="1717158" y="5633451"/>
                </a:cubicBezTo>
                <a:cubicBezTo>
                  <a:pt x="1751028" y="5652595"/>
                  <a:pt x="1785228" y="5671227"/>
                  <a:pt x="1818167" y="5691931"/>
                </a:cubicBezTo>
                <a:cubicBezTo>
                  <a:pt x="1847298" y="5710242"/>
                  <a:pt x="1875305" y="5730305"/>
                  <a:pt x="1903228" y="5750410"/>
                </a:cubicBezTo>
                <a:cubicBezTo>
                  <a:pt x="1919625" y="5762216"/>
                  <a:pt x="1933002" y="5778589"/>
                  <a:pt x="1951074" y="5787624"/>
                </a:cubicBezTo>
                <a:cubicBezTo>
                  <a:pt x="1961707" y="5792940"/>
                  <a:pt x="1972754" y="5797497"/>
                  <a:pt x="1982972" y="5803572"/>
                </a:cubicBezTo>
                <a:cubicBezTo>
                  <a:pt x="2038354" y="5836502"/>
                  <a:pt x="2091453" y="5873291"/>
                  <a:pt x="2147777" y="5904582"/>
                </a:cubicBezTo>
                <a:cubicBezTo>
                  <a:pt x="2155676" y="5908970"/>
                  <a:pt x="2165592" y="5907707"/>
                  <a:pt x="2174358" y="5909898"/>
                </a:cubicBezTo>
                <a:cubicBezTo>
                  <a:pt x="2179795" y="5911257"/>
                  <a:pt x="2184870" y="5913855"/>
                  <a:pt x="2190307" y="5915214"/>
                </a:cubicBezTo>
                <a:cubicBezTo>
                  <a:pt x="2206157" y="5919177"/>
                  <a:pt x="2222377" y="5921600"/>
                  <a:pt x="2238153" y="5925847"/>
                </a:cubicBezTo>
                <a:cubicBezTo>
                  <a:pt x="2291766" y="5940281"/>
                  <a:pt x="2374255" y="5969906"/>
                  <a:pt x="2429539" y="5973693"/>
                </a:cubicBezTo>
                <a:cubicBezTo>
                  <a:pt x="2525025" y="5980233"/>
                  <a:pt x="2620926" y="5977238"/>
                  <a:pt x="2716619" y="5979010"/>
                </a:cubicBezTo>
                <a:cubicBezTo>
                  <a:pt x="2743200" y="5986098"/>
                  <a:pt x="2770162" y="5991891"/>
                  <a:pt x="2796363" y="6000275"/>
                </a:cubicBezTo>
                <a:cubicBezTo>
                  <a:pt x="2835255" y="6012720"/>
                  <a:pt x="2848916" y="6025497"/>
                  <a:pt x="2886739" y="6032172"/>
                </a:cubicBezTo>
                <a:cubicBezTo>
                  <a:pt x="2904277" y="6035267"/>
                  <a:pt x="2922181" y="6035717"/>
                  <a:pt x="2939902" y="6037489"/>
                </a:cubicBezTo>
                <a:cubicBezTo>
                  <a:pt x="3187631" y="6134163"/>
                  <a:pt x="3079998" y="6118223"/>
                  <a:pt x="3253563" y="6127865"/>
                </a:cubicBezTo>
                <a:cubicBezTo>
                  <a:pt x="3295117" y="6136176"/>
                  <a:pt x="3355269" y="6146892"/>
                  <a:pt x="3397102" y="6159763"/>
                </a:cubicBezTo>
                <a:cubicBezTo>
                  <a:pt x="3484922" y="6186784"/>
                  <a:pt x="3442210" y="6178846"/>
                  <a:pt x="3524693" y="6186345"/>
                </a:cubicBezTo>
                <a:cubicBezTo>
                  <a:pt x="3535326" y="6191661"/>
                  <a:pt x="3545229" y="6198797"/>
                  <a:pt x="3556591" y="6202293"/>
                </a:cubicBezTo>
                <a:cubicBezTo>
                  <a:pt x="3626464" y="6223792"/>
                  <a:pt x="3561204" y="6182420"/>
                  <a:pt x="3646967" y="6228875"/>
                </a:cubicBezTo>
                <a:cubicBezTo>
                  <a:pt x="3770761" y="6295930"/>
                  <a:pt x="3667574" y="6270389"/>
                  <a:pt x="3811772" y="6287354"/>
                </a:cubicBezTo>
                <a:cubicBezTo>
                  <a:pt x="3838353" y="6296214"/>
                  <a:pt x="3865677" y="6303099"/>
                  <a:pt x="3891516" y="6313935"/>
                </a:cubicBezTo>
                <a:cubicBezTo>
                  <a:pt x="3975642" y="6349214"/>
                  <a:pt x="4052881" y="6403452"/>
                  <a:pt x="4141381" y="6425577"/>
                </a:cubicBezTo>
                <a:cubicBezTo>
                  <a:pt x="4283462" y="6461097"/>
                  <a:pt x="4121164" y="6418311"/>
                  <a:pt x="4279605" y="6468107"/>
                </a:cubicBezTo>
                <a:cubicBezTo>
                  <a:pt x="4281081" y="6468571"/>
                  <a:pt x="4400600" y="6504003"/>
                  <a:pt x="4433777" y="6510638"/>
                </a:cubicBezTo>
                <a:cubicBezTo>
                  <a:pt x="4454917" y="6514866"/>
                  <a:pt x="4476307" y="6517726"/>
                  <a:pt x="4497572" y="6521270"/>
                </a:cubicBezTo>
                <a:cubicBezTo>
                  <a:pt x="4504660" y="6524814"/>
                  <a:pt x="4512117" y="6527703"/>
                  <a:pt x="4518837" y="6531903"/>
                </a:cubicBezTo>
                <a:cubicBezTo>
                  <a:pt x="4553068" y="6553297"/>
                  <a:pt x="4606423" y="6614172"/>
                  <a:pt x="4619846" y="6627596"/>
                </a:cubicBezTo>
                <a:cubicBezTo>
                  <a:pt x="4653516" y="6625824"/>
                  <a:pt x="4687151" y="6621380"/>
                  <a:pt x="4720856" y="6622279"/>
                </a:cubicBezTo>
                <a:cubicBezTo>
                  <a:pt x="4820200" y="6624928"/>
                  <a:pt x="5018567" y="6638228"/>
                  <a:pt x="5018567" y="6638228"/>
                </a:cubicBezTo>
                <a:cubicBezTo>
                  <a:pt x="5036288" y="6636456"/>
                  <a:pt x="5054184" y="6635963"/>
                  <a:pt x="5071730" y="6632912"/>
                </a:cubicBezTo>
                <a:cubicBezTo>
                  <a:pt x="5095023" y="6628861"/>
                  <a:pt x="5117762" y="6622092"/>
                  <a:pt x="5140842" y="6616963"/>
                </a:cubicBezTo>
                <a:cubicBezTo>
                  <a:pt x="5149663" y="6615003"/>
                  <a:pt x="5158563" y="6613419"/>
                  <a:pt x="5167423" y="6611647"/>
                </a:cubicBezTo>
                <a:lnTo>
                  <a:pt x="5342860" y="6632912"/>
                </a:lnTo>
                <a:cubicBezTo>
                  <a:pt x="5360550" y="6634969"/>
                  <a:pt x="5378214" y="6638228"/>
                  <a:pt x="5396023" y="6638228"/>
                </a:cubicBezTo>
                <a:cubicBezTo>
                  <a:pt x="5502363" y="6638228"/>
                  <a:pt x="5608674" y="6634684"/>
                  <a:pt x="5715000" y="6632912"/>
                </a:cubicBezTo>
                <a:lnTo>
                  <a:pt x="6012712" y="6638228"/>
                </a:lnTo>
                <a:cubicBezTo>
                  <a:pt x="6872079" y="6638228"/>
                  <a:pt x="6604005" y="6690088"/>
                  <a:pt x="6916479" y="6627596"/>
                </a:cubicBezTo>
                <a:cubicBezTo>
                  <a:pt x="6944723" y="6608766"/>
                  <a:pt x="6919991" y="6623673"/>
                  <a:pt x="6959009" y="6606331"/>
                </a:cubicBezTo>
                <a:cubicBezTo>
                  <a:pt x="7007644" y="6584715"/>
                  <a:pt x="6984224" y="6581002"/>
                  <a:pt x="7075967" y="6563800"/>
                </a:cubicBezTo>
                <a:cubicBezTo>
                  <a:pt x="7178532" y="6544569"/>
                  <a:pt x="7132323" y="6550721"/>
                  <a:pt x="7214191" y="6542535"/>
                </a:cubicBezTo>
                <a:cubicBezTo>
                  <a:pt x="7240772" y="6535447"/>
                  <a:pt x="7266799" y="6525793"/>
                  <a:pt x="7293935" y="6521270"/>
                </a:cubicBezTo>
                <a:cubicBezTo>
                  <a:pt x="7341421" y="6513356"/>
                  <a:pt x="7390892" y="6517473"/>
                  <a:pt x="7437474" y="6505321"/>
                </a:cubicBezTo>
                <a:cubicBezTo>
                  <a:pt x="7473524" y="6495917"/>
                  <a:pt x="7504439" y="6472606"/>
                  <a:pt x="7538484" y="6457475"/>
                </a:cubicBezTo>
                <a:cubicBezTo>
                  <a:pt x="7630322" y="6416658"/>
                  <a:pt x="7550714" y="6447856"/>
                  <a:pt x="7612912" y="6430893"/>
                </a:cubicBezTo>
                <a:cubicBezTo>
                  <a:pt x="7623725" y="6427944"/>
                  <a:pt x="7633819" y="6422459"/>
                  <a:pt x="7644809" y="6420261"/>
                </a:cubicBezTo>
                <a:cubicBezTo>
                  <a:pt x="7660545" y="6417114"/>
                  <a:pt x="7676810" y="6417480"/>
                  <a:pt x="7692656" y="6414945"/>
                </a:cubicBezTo>
                <a:cubicBezTo>
                  <a:pt x="7721141" y="6410387"/>
                  <a:pt x="7749062" y="6402328"/>
                  <a:pt x="7777716" y="6398996"/>
                </a:cubicBezTo>
                <a:cubicBezTo>
                  <a:pt x="7892908" y="6385601"/>
                  <a:pt x="8019692" y="6385902"/>
                  <a:pt x="8133907" y="6383047"/>
                </a:cubicBezTo>
                <a:cubicBezTo>
                  <a:pt x="8227828" y="6338745"/>
                  <a:pt x="8323104" y="6297208"/>
                  <a:pt x="8415670" y="6250140"/>
                </a:cubicBezTo>
                <a:cubicBezTo>
                  <a:pt x="8428007" y="6243867"/>
                  <a:pt x="8433780" y="6224775"/>
                  <a:pt x="8447567" y="6223558"/>
                </a:cubicBezTo>
                <a:cubicBezTo>
                  <a:pt x="8497120" y="6219186"/>
                  <a:pt x="8546804" y="6230647"/>
                  <a:pt x="8596423" y="6234191"/>
                </a:cubicBezTo>
                <a:cubicBezTo>
                  <a:pt x="8626549" y="6232419"/>
                  <a:pt x="8656973" y="6233464"/>
                  <a:pt x="8686800" y="6228875"/>
                </a:cubicBezTo>
                <a:cubicBezTo>
                  <a:pt x="8692725" y="6227963"/>
                  <a:pt x="8747973" y="6208920"/>
                  <a:pt x="8761228" y="6202293"/>
                </a:cubicBezTo>
                <a:cubicBezTo>
                  <a:pt x="8774007" y="6195904"/>
                  <a:pt x="8784726" y="6185028"/>
                  <a:pt x="8798442" y="6181028"/>
                </a:cubicBezTo>
                <a:cubicBezTo>
                  <a:pt x="8827810" y="6172462"/>
                  <a:pt x="8858693" y="6170395"/>
                  <a:pt x="8888819" y="6165079"/>
                </a:cubicBezTo>
                <a:cubicBezTo>
                  <a:pt x="8897679" y="6161535"/>
                  <a:pt x="8906142" y="6156761"/>
                  <a:pt x="8915400" y="6154447"/>
                </a:cubicBezTo>
                <a:cubicBezTo>
                  <a:pt x="8958792" y="6143599"/>
                  <a:pt x="9033399" y="6132014"/>
                  <a:pt x="9080205" y="6117233"/>
                </a:cubicBezTo>
                <a:cubicBezTo>
                  <a:pt x="9139176" y="6098610"/>
                  <a:pt x="9097688" y="6105366"/>
                  <a:pt x="9154632" y="6074703"/>
                </a:cubicBezTo>
                <a:cubicBezTo>
                  <a:pt x="9164500" y="6069389"/>
                  <a:pt x="9175685" y="6066899"/>
                  <a:pt x="9186530" y="6064070"/>
                </a:cubicBezTo>
                <a:cubicBezTo>
                  <a:pt x="9216476" y="6056258"/>
                  <a:pt x="9248807" y="6055774"/>
                  <a:pt x="9276907" y="6042805"/>
                </a:cubicBezTo>
                <a:cubicBezTo>
                  <a:pt x="9341813" y="6012848"/>
                  <a:pt x="9348230" y="6008065"/>
                  <a:pt x="9415130" y="5984326"/>
                </a:cubicBezTo>
                <a:cubicBezTo>
                  <a:pt x="9446817" y="5973082"/>
                  <a:pt x="9481350" y="5968609"/>
                  <a:pt x="9510823" y="5952428"/>
                </a:cubicBezTo>
                <a:cubicBezTo>
                  <a:pt x="9572432" y="5918604"/>
                  <a:pt x="9624218" y="5868492"/>
                  <a:pt x="9686260" y="5835470"/>
                </a:cubicBezTo>
                <a:lnTo>
                  <a:pt x="10015870" y="5660033"/>
                </a:lnTo>
                <a:cubicBezTo>
                  <a:pt x="10031819" y="5633452"/>
                  <a:pt x="10049415" y="5607792"/>
                  <a:pt x="10063716" y="5580289"/>
                </a:cubicBezTo>
                <a:cubicBezTo>
                  <a:pt x="10081928" y="5545265"/>
                  <a:pt x="10089429" y="5501847"/>
                  <a:pt x="10111563" y="5468647"/>
                </a:cubicBezTo>
                <a:cubicBezTo>
                  <a:pt x="10117857" y="5459206"/>
                  <a:pt x="10130121" y="5455405"/>
                  <a:pt x="10138144" y="5447382"/>
                </a:cubicBezTo>
                <a:cubicBezTo>
                  <a:pt x="10147931" y="5437595"/>
                  <a:pt x="10156621" y="5426704"/>
                  <a:pt x="10164725" y="5415484"/>
                </a:cubicBezTo>
                <a:cubicBezTo>
                  <a:pt x="10179689" y="5394765"/>
                  <a:pt x="10194378" y="5373765"/>
                  <a:pt x="10207256" y="5351689"/>
                </a:cubicBezTo>
                <a:cubicBezTo>
                  <a:pt x="10328742" y="5143427"/>
                  <a:pt x="10237308" y="5282688"/>
                  <a:pt x="10297632" y="5192200"/>
                </a:cubicBezTo>
                <a:cubicBezTo>
                  <a:pt x="10301176" y="5172707"/>
                  <a:pt x="10301444" y="5152323"/>
                  <a:pt x="10308265" y="5133721"/>
                </a:cubicBezTo>
                <a:cubicBezTo>
                  <a:pt x="10321091" y="5098742"/>
                  <a:pt x="10340981" y="5066757"/>
                  <a:pt x="10356112" y="5032712"/>
                </a:cubicBezTo>
                <a:cubicBezTo>
                  <a:pt x="10363200" y="5016763"/>
                  <a:pt x="10372524" y="5001630"/>
                  <a:pt x="10377377" y="4984865"/>
                </a:cubicBezTo>
                <a:cubicBezTo>
                  <a:pt x="10392077" y="4934083"/>
                  <a:pt x="10404223" y="4882533"/>
                  <a:pt x="10414591" y="4830693"/>
                </a:cubicBezTo>
                <a:cubicBezTo>
                  <a:pt x="10416363" y="4821833"/>
                  <a:pt x="10417530" y="4812829"/>
                  <a:pt x="10419907" y="4804112"/>
                </a:cubicBezTo>
                <a:cubicBezTo>
                  <a:pt x="10422856" y="4793299"/>
                  <a:pt x="10426995" y="4782847"/>
                  <a:pt x="10430539" y="4772214"/>
                </a:cubicBezTo>
                <a:cubicBezTo>
                  <a:pt x="10432311" y="4750949"/>
                  <a:pt x="10433209" y="4729593"/>
                  <a:pt x="10435856" y="4708419"/>
                </a:cubicBezTo>
                <a:cubicBezTo>
                  <a:pt x="10436762" y="4701169"/>
                  <a:pt x="10440365" y="4694416"/>
                  <a:pt x="10441172" y="4687154"/>
                </a:cubicBezTo>
                <a:cubicBezTo>
                  <a:pt x="10450289" y="4605100"/>
                  <a:pt x="10441163" y="4616764"/>
                  <a:pt x="10457121" y="4532982"/>
                </a:cubicBezTo>
                <a:cubicBezTo>
                  <a:pt x="10459218" y="4521972"/>
                  <a:pt x="10464209" y="4511717"/>
                  <a:pt x="10467753" y="4501084"/>
                </a:cubicBezTo>
                <a:cubicBezTo>
                  <a:pt x="10465981" y="4430200"/>
                  <a:pt x="10462437" y="4359339"/>
                  <a:pt x="10462437" y="4288433"/>
                </a:cubicBezTo>
                <a:cubicBezTo>
                  <a:pt x="10462437" y="4270624"/>
                  <a:pt x="10466864" y="4253057"/>
                  <a:pt x="10467753" y="4235270"/>
                </a:cubicBezTo>
                <a:cubicBezTo>
                  <a:pt x="10470409" y="4182144"/>
                  <a:pt x="10471137" y="4128939"/>
                  <a:pt x="10473070" y="4075782"/>
                </a:cubicBezTo>
                <a:cubicBezTo>
                  <a:pt x="10477561" y="3952284"/>
                  <a:pt x="10477967" y="3951248"/>
                  <a:pt x="10483702" y="3836549"/>
                </a:cubicBezTo>
                <a:cubicBezTo>
                  <a:pt x="10476614" y="3767437"/>
                  <a:pt x="10476062" y="3697339"/>
                  <a:pt x="10462437" y="3629214"/>
                </a:cubicBezTo>
                <a:cubicBezTo>
                  <a:pt x="10458082" y="3607441"/>
                  <a:pt x="10439622" y="3590997"/>
                  <a:pt x="10430539" y="3570735"/>
                </a:cubicBezTo>
                <a:cubicBezTo>
                  <a:pt x="10406408" y="3516904"/>
                  <a:pt x="10394728" y="3479252"/>
                  <a:pt x="10377377" y="3427196"/>
                </a:cubicBezTo>
                <a:cubicBezTo>
                  <a:pt x="10373833" y="3398842"/>
                  <a:pt x="10369900" y="3370535"/>
                  <a:pt x="10366744" y="3342135"/>
                </a:cubicBezTo>
                <a:cubicBezTo>
                  <a:pt x="10361883" y="3298384"/>
                  <a:pt x="10364189" y="3246955"/>
                  <a:pt x="10334846" y="3209228"/>
                </a:cubicBezTo>
                <a:cubicBezTo>
                  <a:pt x="10312417" y="3180391"/>
                  <a:pt x="10249786" y="3140117"/>
                  <a:pt x="10249786" y="3140117"/>
                </a:cubicBezTo>
                <a:lnTo>
                  <a:pt x="9983972" y="3150749"/>
                </a:lnTo>
                <a:cubicBezTo>
                  <a:pt x="9717710" y="3159930"/>
                  <a:pt x="9869644" y="3150180"/>
                  <a:pt x="9712842" y="3161382"/>
                </a:cubicBezTo>
                <a:cubicBezTo>
                  <a:pt x="9698665" y="3159610"/>
                  <a:pt x="9678884" y="3167495"/>
                  <a:pt x="9670312" y="3156065"/>
                </a:cubicBezTo>
                <a:cubicBezTo>
                  <a:pt x="9658389" y="3140168"/>
                  <a:pt x="9671505" y="3092968"/>
                  <a:pt x="9659679" y="3071005"/>
                </a:cubicBezTo>
                <a:cubicBezTo>
                  <a:pt x="9651277" y="3055402"/>
                  <a:pt x="9637364" y="3043381"/>
                  <a:pt x="9627781" y="3028475"/>
                </a:cubicBezTo>
                <a:cubicBezTo>
                  <a:pt x="9588985" y="2968126"/>
                  <a:pt x="9638413" y="3023158"/>
                  <a:pt x="9585251" y="2969996"/>
                </a:cubicBezTo>
                <a:cubicBezTo>
                  <a:pt x="9577447" y="2946581"/>
                  <a:pt x="9572645" y="2927163"/>
                  <a:pt x="9558670" y="2906200"/>
                </a:cubicBezTo>
                <a:cubicBezTo>
                  <a:pt x="9554500" y="2899944"/>
                  <a:pt x="9548037" y="2895567"/>
                  <a:pt x="9542721" y="2890251"/>
                </a:cubicBezTo>
                <a:cubicBezTo>
                  <a:pt x="9516140" y="2893795"/>
                  <a:pt x="9489448" y="2896591"/>
                  <a:pt x="9462977" y="2900884"/>
                </a:cubicBezTo>
                <a:cubicBezTo>
                  <a:pt x="9423863" y="2907227"/>
                  <a:pt x="9385642" y="2922545"/>
                  <a:pt x="9346019" y="2922149"/>
                </a:cubicBezTo>
                <a:cubicBezTo>
                  <a:pt x="9207519" y="2920764"/>
                  <a:pt x="9069572" y="2904428"/>
                  <a:pt x="8931349" y="2895568"/>
                </a:cubicBezTo>
                <a:cubicBezTo>
                  <a:pt x="8856298" y="2870548"/>
                  <a:pt x="8776955" y="2859196"/>
                  <a:pt x="8702749" y="2831772"/>
                </a:cubicBezTo>
                <a:cubicBezTo>
                  <a:pt x="8694137" y="2828589"/>
                  <a:pt x="8634894" y="2758532"/>
                  <a:pt x="8633637" y="2757345"/>
                </a:cubicBezTo>
                <a:cubicBezTo>
                  <a:pt x="8615326" y="2740051"/>
                  <a:pt x="8594926" y="2725105"/>
                  <a:pt x="8575158" y="2709498"/>
                </a:cubicBezTo>
                <a:cubicBezTo>
                  <a:pt x="8561760" y="2698921"/>
                  <a:pt x="8526016" y="2670670"/>
                  <a:pt x="8506046" y="2661651"/>
                </a:cubicBezTo>
                <a:cubicBezTo>
                  <a:pt x="8460452" y="2641060"/>
                  <a:pt x="8415926" y="2616916"/>
                  <a:pt x="8367823" y="2603172"/>
                </a:cubicBezTo>
                <a:cubicBezTo>
                  <a:pt x="8205990" y="2556934"/>
                  <a:pt x="8266399" y="2580970"/>
                  <a:pt x="8181753" y="2544693"/>
                </a:cubicBezTo>
                <a:cubicBezTo>
                  <a:pt x="8178850" y="2515666"/>
                  <a:pt x="8181249" y="2490045"/>
                  <a:pt x="8165805" y="2464949"/>
                </a:cubicBezTo>
                <a:cubicBezTo>
                  <a:pt x="8156518" y="2449857"/>
                  <a:pt x="8143737" y="2437164"/>
                  <a:pt x="8133907" y="2422419"/>
                </a:cubicBezTo>
                <a:cubicBezTo>
                  <a:pt x="8128437" y="2414214"/>
                  <a:pt x="8077244" y="2325158"/>
                  <a:pt x="8059479" y="2310777"/>
                </a:cubicBezTo>
                <a:cubicBezTo>
                  <a:pt x="8011465" y="2271909"/>
                  <a:pt x="7986921" y="2265626"/>
                  <a:pt x="7937205" y="2246982"/>
                </a:cubicBezTo>
                <a:cubicBezTo>
                  <a:pt x="7931889" y="2239894"/>
                  <a:pt x="7926171" y="2233089"/>
                  <a:pt x="7921256" y="2225717"/>
                </a:cubicBezTo>
                <a:cubicBezTo>
                  <a:pt x="7908439" y="2206492"/>
                  <a:pt x="7898834" y="2184988"/>
                  <a:pt x="7884042" y="2167238"/>
                </a:cubicBezTo>
                <a:cubicBezTo>
                  <a:pt x="7880454" y="2162933"/>
                  <a:pt x="7873409" y="2163693"/>
                  <a:pt x="7868093" y="2161921"/>
                </a:cubicBezTo>
                <a:cubicBezTo>
                  <a:pt x="7849259" y="2114838"/>
                  <a:pt x="7866529" y="2154460"/>
                  <a:pt x="7836195" y="2098126"/>
                </a:cubicBezTo>
                <a:cubicBezTo>
                  <a:pt x="7830559" y="2087659"/>
                  <a:pt x="7825074" y="2077091"/>
                  <a:pt x="7820246" y="2066228"/>
                </a:cubicBezTo>
                <a:cubicBezTo>
                  <a:pt x="7817970" y="2061107"/>
                  <a:pt x="7818577" y="2054534"/>
                  <a:pt x="7814930" y="2050279"/>
                </a:cubicBezTo>
                <a:cubicBezTo>
                  <a:pt x="7807546" y="2041664"/>
                  <a:pt x="7797209" y="2036102"/>
                  <a:pt x="7788349" y="2029014"/>
                </a:cubicBezTo>
                <a:cubicBezTo>
                  <a:pt x="7786577" y="2023698"/>
                  <a:pt x="7786620" y="2017370"/>
                  <a:pt x="7783032" y="2013065"/>
                </a:cubicBezTo>
                <a:cubicBezTo>
                  <a:pt x="7744853" y="1967251"/>
                  <a:pt x="7749994" y="1972623"/>
                  <a:pt x="7713921" y="1954586"/>
                </a:cubicBezTo>
                <a:cubicBezTo>
                  <a:pt x="7673162" y="1958407"/>
                  <a:pt x="7510267" y="1975851"/>
                  <a:pt x="7448107" y="1975851"/>
                </a:cubicBezTo>
                <a:cubicBezTo>
                  <a:pt x="7276205" y="1975851"/>
                  <a:pt x="7104321" y="1972307"/>
                  <a:pt x="6932428" y="1970535"/>
                </a:cubicBezTo>
                <a:cubicBezTo>
                  <a:pt x="6921257" y="1965747"/>
                  <a:pt x="6883567" y="1953064"/>
                  <a:pt x="6873949" y="1938638"/>
                </a:cubicBezTo>
                <a:cubicBezTo>
                  <a:pt x="6867334" y="1928716"/>
                  <a:pt x="6854770" y="1870886"/>
                  <a:pt x="6852684" y="1864210"/>
                </a:cubicBezTo>
                <a:cubicBezTo>
                  <a:pt x="6848168" y="1849758"/>
                  <a:pt x="6841828" y="1835938"/>
                  <a:pt x="6836735" y="1821679"/>
                </a:cubicBezTo>
                <a:cubicBezTo>
                  <a:pt x="6832965" y="1811124"/>
                  <a:pt x="6829646" y="1800414"/>
                  <a:pt x="6826102" y="1789782"/>
                </a:cubicBezTo>
                <a:cubicBezTo>
                  <a:pt x="6820189" y="1772044"/>
                  <a:pt x="6816584" y="1758716"/>
                  <a:pt x="6804837" y="1741935"/>
                </a:cubicBezTo>
                <a:cubicBezTo>
                  <a:pt x="6799088" y="1733723"/>
                  <a:pt x="6790660" y="1727758"/>
                  <a:pt x="6783572" y="1720670"/>
                </a:cubicBezTo>
                <a:cubicBezTo>
                  <a:pt x="6780028" y="1710037"/>
                  <a:pt x="6777354" y="1699074"/>
                  <a:pt x="6772939" y="1688772"/>
                </a:cubicBezTo>
                <a:cubicBezTo>
                  <a:pt x="6766695" y="1674204"/>
                  <a:pt x="6757364" y="1661036"/>
                  <a:pt x="6751674" y="1646242"/>
                </a:cubicBezTo>
                <a:cubicBezTo>
                  <a:pt x="6727245" y="1582726"/>
                  <a:pt x="6725808" y="1574669"/>
                  <a:pt x="6714460" y="1529284"/>
                </a:cubicBezTo>
                <a:cubicBezTo>
                  <a:pt x="6704650" y="1431178"/>
                  <a:pt x="6706166" y="1470070"/>
                  <a:pt x="6714460" y="1316633"/>
                </a:cubicBezTo>
                <a:cubicBezTo>
                  <a:pt x="6715136" y="1304121"/>
                  <a:pt x="6716335" y="1291468"/>
                  <a:pt x="6719777" y="1279419"/>
                </a:cubicBezTo>
                <a:cubicBezTo>
                  <a:pt x="6731400" y="1238738"/>
                  <a:pt x="6731478" y="1252295"/>
                  <a:pt x="6746358" y="1226256"/>
                </a:cubicBezTo>
                <a:cubicBezTo>
                  <a:pt x="6750290" y="1219375"/>
                  <a:pt x="6752236" y="1211331"/>
                  <a:pt x="6756991" y="1204991"/>
                </a:cubicBezTo>
                <a:cubicBezTo>
                  <a:pt x="6763006" y="1196972"/>
                  <a:pt x="6772167" y="1191689"/>
                  <a:pt x="6778256" y="1183726"/>
                </a:cubicBezTo>
                <a:cubicBezTo>
                  <a:pt x="6795276" y="1161469"/>
                  <a:pt x="6806289" y="1134427"/>
                  <a:pt x="6826102" y="1114614"/>
                </a:cubicBezTo>
                <a:cubicBezTo>
                  <a:pt x="6833190" y="1107526"/>
                  <a:pt x="6841352" y="1101368"/>
                  <a:pt x="6847367" y="1093349"/>
                </a:cubicBezTo>
                <a:cubicBezTo>
                  <a:pt x="6852999" y="1085840"/>
                  <a:pt x="6873674" y="1035386"/>
                  <a:pt x="6873949" y="1034870"/>
                </a:cubicBezTo>
                <a:cubicBezTo>
                  <a:pt x="6881816" y="1020119"/>
                  <a:pt x="6891670" y="1006517"/>
                  <a:pt x="6900530" y="992340"/>
                </a:cubicBezTo>
                <a:cubicBezTo>
                  <a:pt x="6907618" y="969303"/>
                  <a:pt x="6920992" y="947318"/>
                  <a:pt x="6921795" y="923228"/>
                </a:cubicBezTo>
                <a:cubicBezTo>
                  <a:pt x="6924572" y="839911"/>
                  <a:pt x="6919458" y="756313"/>
                  <a:pt x="6911163" y="673363"/>
                </a:cubicBezTo>
                <a:cubicBezTo>
                  <a:pt x="6910415" y="665882"/>
                  <a:pt x="6902689" y="658222"/>
                  <a:pt x="6895214" y="657414"/>
                </a:cubicBezTo>
                <a:cubicBezTo>
                  <a:pt x="6835286" y="650935"/>
                  <a:pt x="6774711" y="653870"/>
                  <a:pt x="6714460" y="652098"/>
                </a:cubicBezTo>
                <a:cubicBezTo>
                  <a:pt x="6703828" y="650326"/>
                  <a:pt x="6692887" y="649879"/>
                  <a:pt x="6682563" y="646782"/>
                </a:cubicBezTo>
                <a:cubicBezTo>
                  <a:pt x="6674972" y="644505"/>
                  <a:pt x="6668540" y="639368"/>
                  <a:pt x="6661298" y="636149"/>
                </a:cubicBezTo>
                <a:cubicBezTo>
                  <a:pt x="6652577" y="632273"/>
                  <a:pt x="6643577" y="629061"/>
                  <a:pt x="6634716" y="625517"/>
                </a:cubicBezTo>
                <a:cubicBezTo>
                  <a:pt x="6623972" y="593282"/>
                  <a:pt x="6614199" y="578460"/>
                  <a:pt x="6629400" y="540456"/>
                </a:cubicBezTo>
                <a:cubicBezTo>
                  <a:pt x="6634054" y="528822"/>
                  <a:pt x="6647121" y="522735"/>
                  <a:pt x="6655981" y="513875"/>
                </a:cubicBezTo>
                <a:cubicBezTo>
                  <a:pt x="6668162" y="477337"/>
                  <a:pt x="6653217" y="514243"/>
                  <a:pt x="6698512" y="460712"/>
                </a:cubicBezTo>
                <a:cubicBezTo>
                  <a:pt x="6706766" y="450957"/>
                  <a:pt x="6712110" y="439037"/>
                  <a:pt x="6719777" y="428814"/>
                </a:cubicBezTo>
                <a:cubicBezTo>
                  <a:pt x="6728081" y="417742"/>
                  <a:pt x="6738874" y="408559"/>
                  <a:pt x="6746358" y="396917"/>
                </a:cubicBezTo>
                <a:cubicBezTo>
                  <a:pt x="6754929" y="383584"/>
                  <a:pt x="6760981" y="368777"/>
                  <a:pt x="6767623" y="354386"/>
                </a:cubicBezTo>
                <a:cubicBezTo>
                  <a:pt x="6771622" y="345721"/>
                  <a:pt x="6773448" y="336048"/>
                  <a:pt x="6778256" y="327805"/>
                </a:cubicBezTo>
                <a:cubicBezTo>
                  <a:pt x="6830157" y="238832"/>
                  <a:pt x="6783360" y="340703"/>
                  <a:pt x="6820786" y="253377"/>
                </a:cubicBezTo>
                <a:cubicBezTo>
                  <a:pt x="6819014" y="186037"/>
                  <a:pt x="6821182" y="118478"/>
                  <a:pt x="6815470" y="51358"/>
                </a:cubicBezTo>
                <a:cubicBezTo>
                  <a:pt x="6814044" y="34607"/>
                  <a:pt x="6800570" y="-13267"/>
                  <a:pt x="6799521" y="3512"/>
                </a:cubicBezTo>
                <a:cubicBezTo>
                  <a:pt x="6796748" y="47869"/>
                  <a:pt x="6809095" y="91988"/>
                  <a:pt x="6810153" y="136419"/>
                </a:cubicBezTo>
                <a:cubicBezTo>
                  <a:pt x="6810871" y="166588"/>
                  <a:pt x="6806609" y="196670"/>
                  <a:pt x="6804837" y="22679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7EB464-4558-816A-79CE-203B0509E8EF}"/>
              </a:ext>
            </a:extLst>
          </p:cNvPr>
          <p:cNvSpPr txBox="1"/>
          <p:nvPr/>
        </p:nvSpPr>
        <p:spPr>
          <a:xfrm rot="19627806">
            <a:off x="1667774" y="4695467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 3 /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2256E-8AED-1A32-0087-CFE00AAB57A4}"/>
              </a:ext>
            </a:extLst>
          </p:cNvPr>
          <p:cNvSpPr txBox="1"/>
          <p:nvPr/>
        </p:nvSpPr>
        <p:spPr>
          <a:xfrm rot="20461481">
            <a:off x="7501682" y="1612215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 3 / 3</a:t>
            </a:r>
          </a:p>
        </p:txBody>
      </p:sp>
      <p:sp>
        <p:nvSpPr>
          <p:cNvPr id="20" name="Flowchart: Summing Junction 19">
            <a:extLst>
              <a:ext uri="{FF2B5EF4-FFF2-40B4-BE49-F238E27FC236}">
                <a16:creationId xmlns:a16="http://schemas.microsoft.com/office/drawing/2014/main" id="{72044943-0BBC-C54D-3968-5E0238899FA1}"/>
              </a:ext>
            </a:extLst>
          </p:cNvPr>
          <p:cNvSpPr/>
          <p:nvPr/>
        </p:nvSpPr>
        <p:spPr>
          <a:xfrm>
            <a:off x="2257881" y="2408275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owchart: Summing Junction 20">
            <a:extLst>
              <a:ext uri="{FF2B5EF4-FFF2-40B4-BE49-F238E27FC236}">
                <a16:creationId xmlns:a16="http://schemas.microsoft.com/office/drawing/2014/main" id="{2B5F07D1-D246-F740-934B-3F9755CD0244}"/>
              </a:ext>
            </a:extLst>
          </p:cNvPr>
          <p:cNvSpPr/>
          <p:nvPr/>
        </p:nvSpPr>
        <p:spPr>
          <a:xfrm>
            <a:off x="6990026" y="295940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80137F-AE74-A8CC-D6D3-B55FE9C56DD0}"/>
              </a:ext>
            </a:extLst>
          </p:cNvPr>
          <p:cNvGrpSpPr/>
          <p:nvPr/>
        </p:nvGrpSpPr>
        <p:grpSpPr>
          <a:xfrm rot="19870561">
            <a:off x="1633437" y="2124977"/>
            <a:ext cx="5120640" cy="332794"/>
            <a:chOff x="4391247" y="2408274"/>
            <a:chExt cx="2103120" cy="332794"/>
          </a:xfrm>
        </p:grpSpPr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01C47919-3AAE-623F-905B-947D90D25F77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579967" y="2545434"/>
              <a:ext cx="91440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2B438433-5BFA-B878-882E-704BD4032CD3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 flipV="1">
              <a:off x="4391247" y="2545434"/>
              <a:ext cx="91440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F58771-00D0-1F3C-F065-2295C74C4E03}"/>
                </a:ext>
              </a:extLst>
            </p:cNvPr>
            <p:cNvSpPr/>
            <p:nvPr/>
          </p:nvSpPr>
          <p:spPr>
            <a:xfrm>
              <a:off x="5305649" y="2408274"/>
              <a:ext cx="27432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7B61EF-B25A-CA10-4085-94949124BABA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0A887B92-81E7-E3D7-14D2-13C0E4655457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C9D8AC-09DD-55EC-E8DA-82C7971B5181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507ECF-BEFC-B5F9-09A8-959B6180229A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7A8E7D1C-755A-6F0C-5F6C-20F2B7BF4E62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061BC88-B0A0-B886-20EB-B8B780DAC0B1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3DD29B-62BB-EE23-9630-F80AE0F82968}"/>
              </a:ext>
            </a:extLst>
          </p:cNvPr>
          <p:cNvGrpSpPr/>
          <p:nvPr/>
        </p:nvGrpSpPr>
        <p:grpSpPr>
          <a:xfrm rot="2712451">
            <a:off x="6915979" y="2624372"/>
            <a:ext cx="4273189" cy="1235279"/>
            <a:chOff x="3998111" y="1320038"/>
            <a:chExt cx="4273184" cy="1235279"/>
          </a:xfrm>
        </p:grpSpPr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E7BFAC9B-AE37-1046-D0D2-2E5971D133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1546E9-5120-ACE0-4F2D-2702590C45D2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015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153</Words>
  <Application>Microsoft Office PowerPoint</Application>
  <PresentationFormat>Widescreen</PresentationFormat>
  <Paragraphs>63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Sheaf</dc:creator>
  <cp:lastModifiedBy>John Sheaf</cp:lastModifiedBy>
  <cp:revision>8</cp:revision>
  <dcterms:created xsi:type="dcterms:W3CDTF">2026-04-17T21:47:42Z</dcterms:created>
  <dcterms:modified xsi:type="dcterms:W3CDTF">2026-04-17T23:39:41Z</dcterms:modified>
</cp:coreProperties>
</file>